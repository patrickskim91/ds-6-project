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Dosis" pitchFamily="2" charset="77"/>
      <p:regular r:id="rId14"/>
      <p:bold r:id="rId15"/>
    </p:embeddedFont>
    <p:embeddedFont>
      <p:font typeface="Sniglet" pitchFamily="82" charset="0"/>
      <p:regular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1"/>
  </p:normalViewPr>
  <p:slideViewPr>
    <p:cSldViewPr snapToGrid="0" snapToObjects="1">
      <p:cViewPr varScale="1">
        <p:scale>
          <a:sx n="154" d="100"/>
          <a:sy n="154" d="100"/>
        </p:scale>
        <p:origin x="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6491a50ee7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6491a50ee7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6491a50ee7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6491a50ee7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6491a50ee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6491a50ee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6491a50ee7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6491a50ee7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6491a50ee7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6491a50ee7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6491a50ee7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6491a50ee7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6491a50ee7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6491a50ee7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6491a50ee7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6491a50ee7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"/>
          <p:cNvSpPr txBox="1">
            <a:spLocks noGrp="1"/>
          </p:cNvSpPr>
          <p:nvPr>
            <p:ph type="ctrTitle"/>
          </p:nvPr>
        </p:nvSpPr>
        <p:spPr>
          <a:xfrm>
            <a:off x="2305100" y="1161050"/>
            <a:ext cx="6153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2"/>
          <p:cNvSpPr/>
          <p:nvPr/>
        </p:nvSpPr>
        <p:spPr>
          <a:xfrm>
            <a:off x="723692" y="4220091"/>
            <a:ext cx="794875" cy="985737"/>
          </a:xfrm>
          <a:custGeom>
            <a:avLst/>
            <a:gdLst/>
            <a:ahLst/>
            <a:cxnLst/>
            <a:rect l="l" t="t" r="r" b="b"/>
            <a:pathLst>
              <a:path w="15884" h="19698" extrusionOk="0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64" name="Google Shape;164;p2"/>
          <p:cNvSpPr/>
          <p:nvPr/>
        </p:nvSpPr>
        <p:spPr>
          <a:xfrm>
            <a:off x="-58319" y="3053287"/>
            <a:ext cx="782014" cy="890356"/>
          </a:xfrm>
          <a:custGeom>
            <a:avLst/>
            <a:gdLst/>
            <a:ahLst/>
            <a:cxnLst/>
            <a:rect l="l" t="t" r="r" b="b"/>
            <a:pathLst>
              <a:path w="15627" h="17792" extrusionOk="0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65" name="Google Shape;165;p2"/>
          <p:cNvSpPr/>
          <p:nvPr/>
        </p:nvSpPr>
        <p:spPr>
          <a:xfrm>
            <a:off x="4025101" y="3422420"/>
            <a:ext cx="370865" cy="809588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66" name="Google Shape;166;p2"/>
          <p:cNvSpPr/>
          <p:nvPr/>
        </p:nvSpPr>
        <p:spPr>
          <a:xfrm>
            <a:off x="3078045" y="3128354"/>
            <a:ext cx="730671" cy="895811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67" name="Google Shape;167;p2"/>
          <p:cNvSpPr/>
          <p:nvPr/>
        </p:nvSpPr>
        <p:spPr>
          <a:xfrm>
            <a:off x="5401648" y="3285712"/>
            <a:ext cx="805934" cy="750838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68" name="Google Shape;168;p2"/>
          <p:cNvSpPr/>
          <p:nvPr/>
        </p:nvSpPr>
        <p:spPr>
          <a:xfrm>
            <a:off x="8364459" y="3346843"/>
            <a:ext cx="873792" cy="600260"/>
          </a:xfrm>
          <a:custGeom>
            <a:avLst/>
            <a:gdLst/>
            <a:ahLst/>
            <a:cxnLst/>
            <a:rect l="l" t="t" r="r" b="b"/>
            <a:pathLst>
              <a:path w="17461" h="11995" extrusionOk="0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69" name="Google Shape;169;p2"/>
          <p:cNvSpPr/>
          <p:nvPr/>
        </p:nvSpPr>
        <p:spPr>
          <a:xfrm>
            <a:off x="4551116" y="3125540"/>
            <a:ext cx="657208" cy="679227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0" name="Google Shape;170;p2"/>
          <p:cNvSpPr/>
          <p:nvPr/>
        </p:nvSpPr>
        <p:spPr>
          <a:xfrm>
            <a:off x="4419881" y="3994834"/>
            <a:ext cx="919681" cy="950908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2644912" y="4036538"/>
            <a:ext cx="890356" cy="706800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2" name="Google Shape;172;p2"/>
          <p:cNvSpPr/>
          <p:nvPr/>
        </p:nvSpPr>
        <p:spPr>
          <a:xfrm>
            <a:off x="2116542" y="3186156"/>
            <a:ext cx="829755" cy="780163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3" name="Google Shape;173;p2"/>
          <p:cNvSpPr/>
          <p:nvPr/>
        </p:nvSpPr>
        <p:spPr>
          <a:xfrm>
            <a:off x="1347361" y="3186147"/>
            <a:ext cx="599146" cy="706812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4" name="Google Shape;174;p2"/>
          <p:cNvSpPr/>
          <p:nvPr/>
        </p:nvSpPr>
        <p:spPr>
          <a:xfrm>
            <a:off x="2681615" y="4813558"/>
            <a:ext cx="816944" cy="313967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5" name="Google Shape;175;p2"/>
          <p:cNvSpPr/>
          <p:nvPr/>
        </p:nvSpPr>
        <p:spPr>
          <a:xfrm>
            <a:off x="7146421" y="4508764"/>
            <a:ext cx="1040884" cy="730620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6" name="Google Shape;176;p2"/>
          <p:cNvSpPr/>
          <p:nvPr/>
        </p:nvSpPr>
        <p:spPr>
          <a:xfrm>
            <a:off x="7146430" y="3104432"/>
            <a:ext cx="684732" cy="721463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7" name="Google Shape;177;p2"/>
          <p:cNvSpPr/>
          <p:nvPr/>
        </p:nvSpPr>
        <p:spPr>
          <a:xfrm>
            <a:off x="5262207" y="4729516"/>
            <a:ext cx="525046" cy="372666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8" name="Google Shape;178;p2"/>
          <p:cNvSpPr/>
          <p:nvPr/>
        </p:nvSpPr>
        <p:spPr>
          <a:xfrm>
            <a:off x="8376372" y="4729061"/>
            <a:ext cx="508532" cy="324976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79" name="Google Shape;179;p2"/>
          <p:cNvSpPr/>
          <p:nvPr/>
        </p:nvSpPr>
        <p:spPr>
          <a:xfrm>
            <a:off x="3808716" y="4429326"/>
            <a:ext cx="570935" cy="567282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0" name="Google Shape;180;p2"/>
          <p:cNvSpPr/>
          <p:nvPr/>
        </p:nvSpPr>
        <p:spPr>
          <a:xfrm>
            <a:off x="7975391" y="3053272"/>
            <a:ext cx="541560" cy="679277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1" name="Google Shape;181;p2"/>
          <p:cNvSpPr/>
          <p:nvPr/>
        </p:nvSpPr>
        <p:spPr>
          <a:xfrm>
            <a:off x="1570785" y="4028295"/>
            <a:ext cx="734324" cy="723314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2" name="Google Shape;182;p2"/>
          <p:cNvSpPr/>
          <p:nvPr/>
        </p:nvSpPr>
        <p:spPr>
          <a:xfrm>
            <a:off x="247060" y="4094875"/>
            <a:ext cx="275434" cy="244207"/>
          </a:xfrm>
          <a:custGeom>
            <a:avLst/>
            <a:gdLst/>
            <a:ahLst/>
            <a:cxnLst/>
            <a:rect l="l" t="t" r="r" b="b"/>
            <a:pathLst>
              <a:path w="5504" h="4880" extrusionOk="0">
                <a:moveTo>
                  <a:pt x="5173" y="0"/>
                </a:moveTo>
                <a:lnTo>
                  <a:pt x="5063" y="37"/>
                </a:lnTo>
                <a:lnTo>
                  <a:pt x="4990" y="110"/>
                </a:lnTo>
                <a:lnTo>
                  <a:pt x="4770" y="404"/>
                </a:lnTo>
                <a:lnTo>
                  <a:pt x="4513" y="624"/>
                </a:lnTo>
                <a:lnTo>
                  <a:pt x="4219" y="844"/>
                </a:lnTo>
                <a:lnTo>
                  <a:pt x="3926" y="991"/>
                </a:lnTo>
                <a:lnTo>
                  <a:pt x="3742" y="1064"/>
                </a:lnTo>
                <a:lnTo>
                  <a:pt x="3559" y="1101"/>
                </a:lnTo>
                <a:lnTo>
                  <a:pt x="3229" y="1101"/>
                </a:lnTo>
                <a:lnTo>
                  <a:pt x="2862" y="1028"/>
                </a:lnTo>
                <a:lnTo>
                  <a:pt x="2532" y="917"/>
                </a:lnTo>
                <a:lnTo>
                  <a:pt x="2239" y="807"/>
                </a:lnTo>
                <a:lnTo>
                  <a:pt x="1908" y="734"/>
                </a:lnTo>
                <a:lnTo>
                  <a:pt x="1578" y="661"/>
                </a:lnTo>
                <a:lnTo>
                  <a:pt x="1248" y="624"/>
                </a:lnTo>
                <a:lnTo>
                  <a:pt x="918" y="661"/>
                </a:lnTo>
                <a:lnTo>
                  <a:pt x="625" y="771"/>
                </a:lnTo>
                <a:lnTo>
                  <a:pt x="478" y="844"/>
                </a:lnTo>
                <a:lnTo>
                  <a:pt x="368" y="954"/>
                </a:lnTo>
                <a:lnTo>
                  <a:pt x="258" y="1064"/>
                </a:lnTo>
                <a:lnTo>
                  <a:pt x="148" y="1211"/>
                </a:lnTo>
                <a:lnTo>
                  <a:pt x="111" y="1284"/>
                </a:lnTo>
                <a:lnTo>
                  <a:pt x="111" y="1321"/>
                </a:lnTo>
                <a:lnTo>
                  <a:pt x="148" y="1431"/>
                </a:lnTo>
                <a:lnTo>
                  <a:pt x="258" y="1468"/>
                </a:lnTo>
                <a:lnTo>
                  <a:pt x="368" y="1468"/>
                </a:lnTo>
                <a:lnTo>
                  <a:pt x="698" y="1284"/>
                </a:lnTo>
                <a:lnTo>
                  <a:pt x="1028" y="1174"/>
                </a:lnTo>
                <a:lnTo>
                  <a:pt x="1028" y="2531"/>
                </a:lnTo>
                <a:lnTo>
                  <a:pt x="955" y="3228"/>
                </a:lnTo>
                <a:lnTo>
                  <a:pt x="881" y="3925"/>
                </a:lnTo>
                <a:lnTo>
                  <a:pt x="698" y="3852"/>
                </a:lnTo>
                <a:lnTo>
                  <a:pt x="551" y="3742"/>
                </a:lnTo>
                <a:lnTo>
                  <a:pt x="368" y="3632"/>
                </a:lnTo>
                <a:lnTo>
                  <a:pt x="184" y="3522"/>
                </a:lnTo>
                <a:lnTo>
                  <a:pt x="111" y="3522"/>
                </a:lnTo>
                <a:lnTo>
                  <a:pt x="38" y="3595"/>
                </a:lnTo>
                <a:lnTo>
                  <a:pt x="1" y="3669"/>
                </a:lnTo>
                <a:lnTo>
                  <a:pt x="1" y="3779"/>
                </a:lnTo>
                <a:lnTo>
                  <a:pt x="38" y="3962"/>
                </a:lnTo>
                <a:lnTo>
                  <a:pt x="148" y="4145"/>
                </a:lnTo>
                <a:lnTo>
                  <a:pt x="294" y="4256"/>
                </a:lnTo>
                <a:lnTo>
                  <a:pt x="514" y="4402"/>
                </a:lnTo>
                <a:lnTo>
                  <a:pt x="735" y="4476"/>
                </a:lnTo>
                <a:lnTo>
                  <a:pt x="1175" y="4476"/>
                </a:lnTo>
                <a:lnTo>
                  <a:pt x="1248" y="4439"/>
                </a:lnTo>
                <a:lnTo>
                  <a:pt x="1321" y="4402"/>
                </a:lnTo>
                <a:lnTo>
                  <a:pt x="1395" y="4256"/>
                </a:lnTo>
                <a:lnTo>
                  <a:pt x="1505" y="3485"/>
                </a:lnTo>
                <a:lnTo>
                  <a:pt x="1578" y="2715"/>
                </a:lnTo>
                <a:lnTo>
                  <a:pt x="1578" y="1908"/>
                </a:lnTo>
                <a:lnTo>
                  <a:pt x="1542" y="1504"/>
                </a:lnTo>
                <a:lnTo>
                  <a:pt x="1505" y="1138"/>
                </a:lnTo>
                <a:lnTo>
                  <a:pt x="1762" y="1174"/>
                </a:lnTo>
                <a:lnTo>
                  <a:pt x="2128" y="1321"/>
                </a:lnTo>
                <a:lnTo>
                  <a:pt x="2459" y="1431"/>
                </a:lnTo>
                <a:lnTo>
                  <a:pt x="2825" y="1578"/>
                </a:lnTo>
                <a:lnTo>
                  <a:pt x="3192" y="1651"/>
                </a:lnTo>
                <a:lnTo>
                  <a:pt x="3486" y="1651"/>
                </a:lnTo>
                <a:lnTo>
                  <a:pt x="3449" y="2531"/>
                </a:lnTo>
                <a:lnTo>
                  <a:pt x="3412" y="3449"/>
                </a:lnTo>
                <a:lnTo>
                  <a:pt x="3412" y="3999"/>
                </a:lnTo>
                <a:lnTo>
                  <a:pt x="3412" y="4256"/>
                </a:lnTo>
                <a:lnTo>
                  <a:pt x="3412" y="4366"/>
                </a:lnTo>
                <a:lnTo>
                  <a:pt x="3412" y="4402"/>
                </a:lnTo>
                <a:lnTo>
                  <a:pt x="3449" y="4402"/>
                </a:lnTo>
                <a:lnTo>
                  <a:pt x="3412" y="4476"/>
                </a:lnTo>
                <a:lnTo>
                  <a:pt x="3376" y="4512"/>
                </a:lnTo>
                <a:lnTo>
                  <a:pt x="3376" y="4659"/>
                </a:lnTo>
                <a:lnTo>
                  <a:pt x="3376" y="4696"/>
                </a:lnTo>
                <a:lnTo>
                  <a:pt x="3412" y="4806"/>
                </a:lnTo>
                <a:lnTo>
                  <a:pt x="3522" y="4879"/>
                </a:lnTo>
                <a:lnTo>
                  <a:pt x="3632" y="4879"/>
                </a:lnTo>
                <a:lnTo>
                  <a:pt x="3742" y="4842"/>
                </a:lnTo>
                <a:lnTo>
                  <a:pt x="3853" y="4732"/>
                </a:lnTo>
                <a:lnTo>
                  <a:pt x="3926" y="4586"/>
                </a:lnTo>
                <a:lnTo>
                  <a:pt x="3926" y="4439"/>
                </a:lnTo>
                <a:lnTo>
                  <a:pt x="3926" y="4256"/>
                </a:lnTo>
                <a:lnTo>
                  <a:pt x="3963" y="3045"/>
                </a:lnTo>
                <a:lnTo>
                  <a:pt x="3963" y="1871"/>
                </a:lnTo>
                <a:lnTo>
                  <a:pt x="3963" y="1541"/>
                </a:lnTo>
                <a:lnTo>
                  <a:pt x="4366" y="1394"/>
                </a:lnTo>
                <a:lnTo>
                  <a:pt x="4733" y="1138"/>
                </a:lnTo>
                <a:lnTo>
                  <a:pt x="5063" y="844"/>
                </a:lnTo>
                <a:lnTo>
                  <a:pt x="5320" y="551"/>
                </a:lnTo>
                <a:lnTo>
                  <a:pt x="5467" y="367"/>
                </a:lnTo>
                <a:lnTo>
                  <a:pt x="5503" y="257"/>
                </a:lnTo>
                <a:lnTo>
                  <a:pt x="5503" y="184"/>
                </a:lnTo>
                <a:lnTo>
                  <a:pt x="5430" y="74"/>
                </a:lnTo>
                <a:lnTo>
                  <a:pt x="5356" y="37"/>
                </a:lnTo>
                <a:lnTo>
                  <a:pt x="5283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3" name="Google Shape;183;p2"/>
          <p:cNvSpPr/>
          <p:nvPr/>
        </p:nvSpPr>
        <p:spPr>
          <a:xfrm>
            <a:off x="8516944" y="4082884"/>
            <a:ext cx="690236" cy="510383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4" name="Google Shape;184;p2"/>
          <p:cNvSpPr/>
          <p:nvPr/>
        </p:nvSpPr>
        <p:spPr>
          <a:xfrm>
            <a:off x="859713" y="3417443"/>
            <a:ext cx="317620" cy="659010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5" name="Google Shape;185;p2"/>
          <p:cNvSpPr/>
          <p:nvPr/>
        </p:nvSpPr>
        <p:spPr>
          <a:xfrm rot="1920742">
            <a:off x="5707038" y="4213989"/>
            <a:ext cx="884797" cy="750834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6" name="Google Shape;186;p2"/>
          <p:cNvSpPr/>
          <p:nvPr/>
        </p:nvSpPr>
        <p:spPr>
          <a:xfrm rot="-3496844">
            <a:off x="115839" y="4509560"/>
            <a:ext cx="537852" cy="464440"/>
          </a:xfrm>
          <a:custGeom>
            <a:avLst/>
            <a:gdLst/>
            <a:ahLst/>
            <a:cxnLst/>
            <a:rect l="l" t="t" r="r" b="b"/>
            <a:pathLst>
              <a:path w="10748" h="9281" extrusionOk="0">
                <a:moveTo>
                  <a:pt x="4072" y="550"/>
                </a:moveTo>
                <a:lnTo>
                  <a:pt x="4329" y="587"/>
                </a:lnTo>
                <a:lnTo>
                  <a:pt x="4585" y="697"/>
                </a:lnTo>
                <a:lnTo>
                  <a:pt x="4842" y="844"/>
                </a:lnTo>
                <a:lnTo>
                  <a:pt x="5025" y="1064"/>
                </a:lnTo>
                <a:lnTo>
                  <a:pt x="5136" y="1211"/>
                </a:lnTo>
                <a:lnTo>
                  <a:pt x="5209" y="1394"/>
                </a:lnTo>
                <a:lnTo>
                  <a:pt x="5246" y="1541"/>
                </a:lnTo>
                <a:lnTo>
                  <a:pt x="5282" y="1724"/>
                </a:lnTo>
                <a:lnTo>
                  <a:pt x="5282" y="2091"/>
                </a:lnTo>
                <a:lnTo>
                  <a:pt x="5246" y="2458"/>
                </a:lnTo>
                <a:lnTo>
                  <a:pt x="5209" y="2641"/>
                </a:lnTo>
                <a:lnTo>
                  <a:pt x="4695" y="1761"/>
                </a:lnTo>
                <a:lnTo>
                  <a:pt x="4072" y="550"/>
                </a:lnTo>
                <a:close/>
                <a:moveTo>
                  <a:pt x="1357" y="3008"/>
                </a:moveTo>
                <a:lnTo>
                  <a:pt x="1504" y="3265"/>
                </a:lnTo>
                <a:lnTo>
                  <a:pt x="1614" y="3558"/>
                </a:lnTo>
                <a:lnTo>
                  <a:pt x="1797" y="3852"/>
                </a:lnTo>
                <a:lnTo>
                  <a:pt x="1467" y="3778"/>
                </a:lnTo>
                <a:lnTo>
                  <a:pt x="1137" y="3742"/>
                </a:lnTo>
                <a:lnTo>
                  <a:pt x="1321" y="3118"/>
                </a:lnTo>
                <a:lnTo>
                  <a:pt x="1357" y="3008"/>
                </a:lnTo>
                <a:close/>
                <a:moveTo>
                  <a:pt x="3815" y="550"/>
                </a:moveTo>
                <a:lnTo>
                  <a:pt x="4072" y="1174"/>
                </a:lnTo>
                <a:lnTo>
                  <a:pt x="4329" y="1798"/>
                </a:lnTo>
                <a:lnTo>
                  <a:pt x="4695" y="2531"/>
                </a:lnTo>
                <a:lnTo>
                  <a:pt x="5099" y="3265"/>
                </a:lnTo>
                <a:lnTo>
                  <a:pt x="4989" y="3852"/>
                </a:lnTo>
                <a:lnTo>
                  <a:pt x="4732" y="3191"/>
                </a:lnTo>
                <a:lnTo>
                  <a:pt x="4475" y="2531"/>
                </a:lnTo>
                <a:lnTo>
                  <a:pt x="4255" y="1981"/>
                </a:lnTo>
                <a:lnTo>
                  <a:pt x="4035" y="1467"/>
                </a:lnTo>
                <a:lnTo>
                  <a:pt x="3742" y="880"/>
                </a:lnTo>
                <a:lnTo>
                  <a:pt x="3558" y="587"/>
                </a:lnTo>
                <a:lnTo>
                  <a:pt x="3815" y="550"/>
                </a:lnTo>
                <a:close/>
                <a:moveTo>
                  <a:pt x="1761" y="1724"/>
                </a:moveTo>
                <a:lnTo>
                  <a:pt x="1724" y="1798"/>
                </a:lnTo>
                <a:lnTo>
                  <a:pt x="1761" y="1944"/>
                </a:lnTo>
                <a:lnTo>
                  <a:pt x="1834" y="2018"/>
                </a:lnTo>
                <a:lnTo>
                  <a:pt x="1944" y="2054"/>
                </a:lnTo>
                <a:lnTo>
                  <a:pt x="2054" y="2054"/>
                </a:lnTo>
                <a:lnTo>
                  <a:pt x="2274" y="2531"/>
                </a:lnTo>
                <a:lnTo>
                  <a:pt x="2458" y="2971"/>
                </a:lnTo>
                <a:lnTo>
                  <a:pt x="3008" y="4182"/>
                </a:lnTo>
                <a:lnTo>
                  <a:pt x="3081" y="4329"/>
                </a:lnTo>
                <a:lnTo>
                  <a:pt x="2825" y="4255"/>
                </a:lnTo>
                <a:lnTo>
                  <a:pt x="2458" y="4072"/>
                </a:lnTo>
                <a:lnTo>
                  <a:pt x="2164" y="3742"/>
                </a:lnTo>
                <a:lnTo>
                  <a:pt x="1944" y="3375"/>
                </a:lnTo>
                <a:lnTo>
                  <a:pt x="1724" y="2935"/>
                </a:lnTo>
                <a:lnTo>
                  <a:pt x="1651" y="2715"/>
                </a:lnTo>
                <a:lnTo>
                  <a:pt x="1504" y="2494"/>
                </a:lnTo>
                <a:lnTo>
                  <a:pt x="1724" y="1761"/>
                </a:lnTo>
                <a:lnTo>
                  <a:pt x="1761" y="1724"/>
                </a:lnTo>
                <a:close/>
                <a:moveTo>
                  <a:pt x="2604" y="1174"/>
                </a:moveTo>
                <a:lnTo>
                  <a:pt x="2715" y="1614"/>
                </a:lnTo>
                <a:lnTo>
                  <a:pt x="2861" y="2054"/>
                </a:lnTo>
                <a:lnTo>
                  <a:pt x="3228" y="2898"/>
                </a:lnTo>
                <a:lnTo>
                  <a:pt x="3998" y="4695"/>
                </a:lnTo>
                <a:lnTo>
                  <a:pt x="3632" y="4549"/>
                </a:lnTo>
                <a:lnTo>
                  <a:pt x="3522" y="4365"/>
                </a:lnTo>
                <a:lnTo>
                  <a:pt x="3301" y="3888"/>
                </a:lnTo>
                <a:lnTo>
                  <a:pt x="2861" y="2935"/>
                </a:lnTo>
                <a:lnTo>
                  <a:pt x="2274" y="1834"/>
                </a:lnTo>
                <a:lnTo>
                  <a:pt x="2311" y="1651"/>
                </a:lnTo>
                <a:lnTo>
                  <a:pt x="2421" y="1467"/>
                </a:lnTo>
                <a:lnTo>
                  <a:pt x="2604" y="1174"/>
                </a:lnTo>
                <a:close/>
                <a:moveTo>
                  <a:pt x="3338" y="660"/>
                </a:moveTo>
                <a:lnTo>
                  <a:pt x="3375" y="770"/>
                </a:lnTo>
                <a:lnTo>
                  <a:pt x="3668" y="1467"/>
                </a:lnTo>
                <a:lnTo>
                  <a:pt x="3962" y="2164"/>
                </a:lnTo>
                <a:lnTo>
                  <a:pt x="4182" y="2788"/>
                </a:lnTo>
                <a:lnTo>
                  <a:pt x="4402" y="3412"/>
                </a:lnTo>
                <a:lnTo>
                  <a:pt x="4769" y="4659"/>
                </a:lnTo>
                <a:lnTo>
                  <a:pt x="4732" y="4805"/>
                </a:lnTo>
                <a:lnTo>
                  <a:pt x="4659" y="4805"/>
                </a:lnTo>
                <a:lnTo>
                  <a:pt x="4549" y="4842"/>
                </a:lnTo>
                <a:lnTo>
                  <a:pt x="3668" y="2971"/>
                </a:lnTo>
                <a:lnTo>
                  <a:pt x="3191" y="1981"/>
                </a:lnTo>
                <a:lnTo>
                  <a:pt x="2971" y="1504"/>
                </a:lnTo>
                <a:lnTo>
                  <a:pt x="2788" y="991"/>
                </a:lnTo>
                <a:lnTo>
                  <a:pt x="3045" y="807"/>
                </a:lnTo>
                <a:lnTo>
                  <a:pt x="3338" y="660"/>
                </a:lnTo>
                <a:close/>
                <a:moveTo>
                  <a:pt x="7703" y="4952"/>
                </a:moveTo>
                <a:lnTo>
                  <a:pt x="7960" y="5246"/>
                </a:lnTo>
                <a:lnTo>
                  <a:pt x="7960" y="5246"/>
                </a:lnTo>
                <a:lnTo>
                  <a:pt x="7887" y="5209"/>
                </a:lnTo>
                <a:lnTo>
                  <a:pt x="7593" y="5319"/>
                </a:lnTo>
                <a:lnTo>
                  <a:pt x="7300" y="5466"/>
                </a:lnTo>
                <a:lnTo>
                  <a:pt x="7190" y="5356"/>
                </a:lnTo>
                <a:lnTo>
                  <a:pt x="7080" y="5246"/>
                </a:lnTo>
                <a:lnTo>
                  <a:pt x="7373" y="5099"/>
                </a:lnTo>
                <a:lnTo>
                  <a:pt x="7703" y="4952"/>
                </a:lnTo>
                <a:close/>
                <a:moveTo>
                  <a:pt x="8070" y="5356"/>
                </a:moveTo>
                <a:lnTo>
                  <a:pt x="8180" y="5466"/>
                </a:lnTo>
                <a:lnTo>
                  <a:pt x="7923" y="5576"/>
                </a:lnTo>
                <a:lnTo>
                  <a:pt x="7923" y="5576"/>
                </a:lnTo>
                <a:lnTo>
                  <a:pt x="8033" y="5429"/>
                </a:lnTo>
                <a:lnTo>
                  <a:pt x="8070" y="5356"/>
                </a:lnTo>
                <a:close/>
                <a:moveTo>
                  <a:pt x="7556" y="5612"/>
                </a:moveTo>
                <a:lnTo>
                  <a:pt x="7483" y="5722"/>
                </a:lnTo>
                <a:lnTo>
                  <a:pt x="7483" y="5686"/>
                </a:lnTo>
                <a:lnTo>
                  <a:pt x="7556" y="5612"/>
                </a:lnTo>
                <a:close/>
                <a:moveTo>
                  <a:pt x="8327" y="5649"/>
                </a:moveTo>
                <a:lnTo>
                  <a:pt x="8327" y="5686"/>
                </a:lnTo>
                <a:lnTo>
                  <a:pt x="7850" y="6163"/>
                </a:lnTo>
                <a:lnTo>
                  <a:pt x="7740" y="6016"/>
                </a:lnTo>
                <a:lnTo>
                  <a:pt x="7997" y="5796"/>
                </a:lnTo>
                <a:lnTo>
                  <a:pt x="8327" y="5649"/>
                </a:lnTo>
                <a:close/>
                <a:moveTo>
                  <a:pt x="8437" y="5796"/>
                </a:moveTo>
                <a:lnTo>
                  <a:pt x="8584" y="6053"/>
                </a:lnTo>
                <a:lnTo>
                  <a:pt x="8143" y="6163"/>
                </a:lnTo>
                <a:lnTo>
                  <a:pt x="8437" y="5796"/>
                </a:lnTo>
                <a:close/>
                <a:moveTo>
                  <a:pt x="8437" y="6346"/>
                </a:moveTo>
                <a:lnTo>
                  <a:pt x="8180" y="6676"/>
                </a:lnTo>
                <a:lnTo>
                  <a:pt x="8107" y="6493"/>
                </a:lnTo>
                <a:lnTo>
                  <a:pt x="8437" y="6346"/>
                </a:lnTo>
                <a:close/>
                <a:moveTo>
                  <a:pt x="8767" y="6309"/>
                </a:moveTo>
                <a:lnTo>
                  <a:pt x="8840" y="6419"/>
                </a:lnTo>
                <a:lnTo>
                  <a:pt x="8547" y="6676"/>
                </a:lnTo>
                <a:lnTo>
                  <a:pt x="8767" y="6309"/>
                </a:lnTo>
                <a:close/>
                <a:moveTo>
                  <a:pt x="9024" y="4695"/>
                </a:moveTo>
                <a:lnTo>
                  <a:pt x="9244" y="4732"/>
                </a:lnTo>
                <a:lnTo>
                  <a:pt x="9464" y="4805"/>
                </a:lnTo>
                <a:lnTo>
                  <a:pt x="9647" y="4915"/>
                </a:lnTo>
                <a:lnTo>
                  <a:pt x="9831" y="5062"/>
                </a:lnTo>
                <a:lnTo>
                  <a:pt x="9904" y="5099"/>
                </a:lnTo>
                <a:lnTo>
                  <a:pt x="9941" y="5099"/>
                </a:lnTo>
                <a:lnTo>
                  <a:pt x="10051" y="5209"/>
                </a:lnTo>
                <a:lnTo>
                  <a:pt x="10161" y="5429"/>
                </a:lnTo>
                <a:lnTo>
                  <a:pt x="10198" y="5649"/>
                </a:lnTo>
                <a:lnTo>
                  <a:pt x="10234" y="5869"/>
                </a:lnTo>
                <a:lnTo>
                  <a:pt x="10198" y="6089"/>
                </a:lnTo>
                <a:lnTo>
                  <a:pt x="10161" y="6346"/>
                </a:lnTo>
                <a:lnTo>
                  <a:pt x="10088" y="6566"/>
                </a:lnTo>
                <a:lnTo>
                  <a:pt x="9941" y="7006"/>
                </a:lnTo>
                <a:lnTo>
                  <a:pt x="9904" y="7080"/>
                </a:lnTo>
                <a:lnTo>
                  <a:pt x="9647" y="6676"/>
                </a:lnTo>
                <a:lnTo>
                  <a:pt x="9024" y="5832"/>
                </a:lnTo>
                <a:lnTo>
                  <a:pt x="8620" y="5282"/>
                </a:lnTo>
                <a:lnTo>
                  <a:pt x="8400" y="5025"/>
                </a:lnTo>
                <a:lnTo>
                  <a:pt x="8143" y="4842"/>
                </a:lnTo>
                <a:lnTo>
                  <a:pt x="8584" y="4732"/>
                </a:lnTo>
                <a:lnTo>
                  <a:pt x="8804" y="4695"/>
                </a:lnTo>
                <a:close/>
                <a:moveTo>
                  <a:pt x="1064" y="3962"/>
                </a:moveTo>
                <a:lnTo>
                  <a:pt x="1357" y="4182"/>
                </a:lnTo>
                <a:lnTo>
                  <a:pt x="1651" y="4329"/>
                </a:lnTo>
                <a:lnTo>
                  <a:pt x="2348" y="4585"/>
                </a:lnTo>
                <a:lnTo>
                  <a:pt x="2458" y="4659"/>
                </a:lnTo>
                <a:lnTo>
                  <a:pt x="2494" y="4695"/>
                </a:lnTo>
                <a:lnTo>
                  <a:pt x="2568" y="4732"/>
                </a:lnTo>
                <a:lnTo>
                  <a:pt x="2641" y="4695"/>
                </a:lnTo>
                <a:lnTo>
                  <a:pt x="4329" y="5319"/>
                </a:lnTo>
                <a:lnTo>
                  <a:pt x="4329" y="5356"/>
                </a:lnTo>
                <a:lnTo>
                  <a:pt x="4292" y="5319"/>
                </a:lnTo>
                <a:lnTo>
                  <a:pt x="3888" y="5172"/>
                </a:lnTo>
                <a:lnTo>
                  <a:pt x="3705" y="5136"/>
                </a:lnTo>
                <a:lnTo>
                  <a:pt x="3485" y="5099"/>
                </a:lnTo>
                <a:lnTo>
                  <a:pt x="3448" y="5136"/>
                </a:lnTo>
                <a:lnTo>
                  <a:pt x="3411" y="5172"/>
                </a:lnTo>
                <a:lnTo>
                  <a:pt x="3448" y="5246"/>
                </a:lnTo>
                <a:lnTo>
                  <a:pt x="3595" y="5392"/>
                </a:lnTo>
                <a:lnTo>
                  <a:pt x="3852" y="5539"/>
                </a:lnTo>
                <a:lnTo>
                  <a:pt x="4108" y="5686"/>
                </a:lnTo>
                <a:lnTo>
                  <a:pt x="4402" y="5759"/>
                </a:lnTo>
                <a:lnTo>
                  <a:pt x="4365" y="5906"/>
                </a:lnTo>
                <a:lnTo>
                  <a:pt x="4035" y="5906"/>
                </a:lnTo>
                <a:lnTo>
                  <a:pt x="3742" y="5869"/>
                </a:lnTo>
                <a:lnTo>
                  <a:pt x="3411" y="5759"/>
                </a:lnTo>
                <a:lnTo>
                  <a:pt x="3228" y="5686"/>
                </a:lnTo>
                <a:lnTo>
                  <a:pt x="3191" y="5612"/>
                </a:lnTo>
                <a:lnTo>
                  <a:pt x="3155" y="5576"/>
                </a:lnTo>
                <a:lnTo>
                  <a:pt x="3118" y="5539"/>
                </a:lnTo>
                <a:lnTo>
                  <a:pt x="3081" y="5502"/>
                </a:lnTo>
                <a:lnTo>
                  <a:pt x="3045" y="5502"/>
                </a:lnTo>
                <a:lnTo>
                  <a:pt x="3008" y="5539"/>
                </a:lnTo>
                <a:lnTo>
                  <a:pt x="2971" y="5649"/>
                </a:lnTo>
                <a:lnTo>
                  <a:pt x="2971" y="5722"/>
                </a:lnTo>
                <a:lnTo>
                  <a:pt x="3008" y="5796"/>
                </a:lnTo>
                <a:lnTo>
                  <a:pt x="3045" y="5869"/>
                </a:lnTo>
                <a:lnTo>
                  <a:pt x="3191" y="6016"/>
                </a:lnTo>
                <a:lnTo>
                  <a:pt x="3338" y="6126"/>
                </a:lnTo>
                <a:lnTo>
                  <a:pt x="3522" y="6199"/>
                </a:lnTo>
                <a:lnTo>
                  <a:pt x="3742" y="6273"/>
                </a:lnTo>
                <a:lnTo>
                  <a:pt x="3962" y="6309"/>
                </a:lnTo>
                <a:lnTo>
                  <a:pt x="4182" y="6309"/>
                </a:lnTo>
                <a:lnTo>
                  <a:pt x="3962" y="6676"/>
                </a:lnTo>
                <a:lnTo>
                  <a:pt x="3742" y="6603"/>
                </a:lnTo>
                <a:lnTo>
                  <a:pt x="3228" y="6456"/>
                </a:lnTo>
                <a:lnTo>
                  <a:pt x="2971" y="6419"/>
                </a:lnTo>
                <a:lnTo>
                  <a:pt x="2715" y="6383"/>
                </a:lnTo>
                <a:lnTo>
                  <a:pt x="2641" y="6383"/>
                </a:lnTo>
                <a:lnTo>
                  <a:pt x="2641" y="6456"/>
                </a:lnTo>
                <a:lnTo>
                  <a:pt x="2641" y="6493"/>
                </a:lnTo>
                <a:lnTo>
                  <a:pt x="2678" y="6529"/>
                </a:lnTo>
                <a:lnTo>
                  <a:pt x="2861" y="6676"/>
                </a:lnTo>
                <a:lnTo>
                  <a:pt x="3081" y="6786"/>
                </a:lnTo>
                <a:lnTo>
                  <a:pt x="3522" y="6970"/>
                </a:lnTo>
                <a:lnTo>
                  <a:pt x="3742" y="7080"/>
                </a:lnTo>
                <a:lnTo>
                  <a:pt x="3632" y="7226"/>
                </a:lnTo>
                <a:lnTo>
                  <a:pt x="3522" y="7336"/>
                </a:lnTo>
                <a:lnTo>
                  <a:pt x="2935" y="7080"/>
                </a:lnTo>
                <a:lnTo>
                  <a:pt x="2311" y="6823"/>
                </a:lnTo>
                <a:lnTo>
                  <a:pt x="2238" y="6823"/>
                </a:lnTo>
                <a:lnTo>
                  <a:pt x="2201" y="6860"/>
                </a:lnTo>
                <a:lnTo>
                  <a:pt x="2201" y="6896"/>
                </a:lnTo>
                <a:lnTo>
                  <a:pt x="2201" y="6970"/>
                </a:lnTo>
                <a:lnTo>
                  <a:pt x="2458" y="7190"/>
                </a:lnTo>
                <a:lnTo>
                  <a:pt x="2678" y="7410"/>
                </a:lnTo>
                <a:lnTo>
                  <a:pt x="2971" y="7557"/>
                </a:lnTo>
                <a:lnTo>
                  <a:pt x="3265" y="7703"/>
                </a:lnTo>
                <a:lnTo>
                  <a:pt x="2971" y="7960"/>
                </a:lnTo>
                <a:lnTo>
                  <a:pt x="2641" y="7960"/>
                </a:lnTo>
                <a:lnTo>
                  <a:pt x="2311" y="7887"/>
                </a:lnTo>
                <a:lnTo>
                  <a:pt x="1981" y="7777"/>
                </a:lnTo>
                <a:lnTo>
                  <a:pt x="1871" y="7777"/>
                </a:lnTo>
                <a:lnTo>
                  <a:pt x="1834" y="7813"/>
                </a:lnTo>
                <a:lnTo>
                  <a:pt x="1797" y="7850"/>
                </a:lnTo>
                <a:lnTo>
                  <a:pt x="1797" y="7923"/>
                </a:lnTo>
                <a:lnTo>
                  <a:pt x="1834" y="8070"/>
                </a:lnTo>
                <a:lnTo>
                  <a:pt x="1944" y="8143"/>
                </a:lnTo>
                <a:lnTo>
                  <a:pt x="2091" y="8217"/>
                </a:lnTo>
                <a:lnTo>
                  <a:pt x="2238" y="8290"/>
                </a:lnTo>
                <a:lnTo>
                  <a:pt x="2348" y="8327"/>
                </a:lnTo>
                <a:lnTo>
                  <a:pt x="2164" y="8364"/>
                </a:lnTo>
                <a:lnTo>
                  <a:pt x="1944" y="8364"/>
                </a:lnTo>
                <a:lnTo>
                  <a:pt x="1761" y="8327"/>
                </a:lnTo>
                <a:lnTo>
                  <a:pt x="1541" y="8253"/>
                </a:lnTo>
                <a:lnTo>
                  <a:pt x="1247" y="8070"/>
                </a:lnTo>
                <a:lnTo>
                  <a:pt x="1027" y="7850"/>
                </a:lnTo>
                <a:lnTo>
                  <a:pt x="844" y="7593"/>
                </a:lnTo>
                <a:lnTo>
                  <a:pt x="697" y="7300"/>
                </a:lnTo>
                <a:lnTo>
                  <a:pt x="624" y="6970"/>
                </a:lnTo>
                <a:lnTo>
                  <a:pt x="550" y="6676"/>
                </a:lnTo>
                <a:lnTo>
                  <a:pt x="550" y="6346"/>
                </a:lnTo>
                <a:lnTo>
                  <a:pt x="550" y="6016"/>
                </a:lnTo>
                <a:lnTo>
                  <a:pt x="624" y="5502"/>
                </a:lnTo>
                <a:lnTo>
                  <a:pt x="734" y="4989"/>
                </a:lnTo>
                <a:lnTo>
                  <a:pt x="1064" y="3962"/>
                </a:lnTo>
                <a:close/>
                <a:moveTo>
                  <a:pt x="6786" y="5429"/>
                </a:moveTo>
                <a:lnTo>
                  <a:pt x="6860" y="5649"/>
                </a:lnTo>
                <a:lnTo>
                  <a:pt x="6970" y="5832"/>
                </a:lnTo>
                <a:lnTo>
                  <a:pt x="7006" y="5906"/>
                </a:lnTo>
                <a:lnTo>
                  <a:pt x="7043" y="5979"/>
                </a:lnTo>
                <a:lnTo>
                  <a:pt x="7116" y="6016"/>
                </a:lnTo>
                <a:lnTo>
                  <a:pt x="7813" y="7006"/>
                </a:lnTo>
                <a:lnTo>
                  <a:pt x="8143" y="7520"/>
                </a:lnTo>
                <a:lnTo>
                  <a:pt x="8143" y="7667"/>
                </a:lnTo>
                <a:lnTo>
                  <a:pt x="8143" y="7740"/>
                </a:lnTo>
                <a:lnTo>
                  <a:pt x="8217" y="7813"/>
                </a:lnTo>
                <a:lnTo>
                  <a:pt x="8290" y="7850"/>
                </a:lnTo>
                <a:lnTo>
                  <a:pt x="8363" y="7850"/>
                </a:lnTo>
                <a:lnTo>
                  <a:pt x="8400" y="7813"/>
                </a:lnTo>
                <a:lnTo>
                  <a:pt x="8510" y="7887"/>
                </a:lnTo>
                <a:lnTo>
                  <a:pt x="8584" y="7923"/>
                </a:lnTo>
                <a:lnTo>
                  <a:pt x="8694" y="7960"/>
                </a:lnTo>
                <a:lnTo>
                  <a:pt x="8767" y="7923"/>
                </a:lnTo>
                <a:lnTo>
                  <a:pt x="8877" y="7997"/>
                </a:lnTo>
                <a:lnTo>
                  <a:pt x="8987" y="7997"/>
                </a:lnTo>
                <a:lnTo>
                  <a:pt x="9060" y="8033"/>
                </a:lnTo>
                <a:lnTo>
                  <a:pt x="9134" y="7997"/>
                </a:lnTo>
                <a:lnTo>
                  <a:pt x="9207" y="7923"/>
                </a:lnTo>
                <a:lnTo>
                  <a:pt x="9207" y="7813"/>
                </a:lnTo>
                <a:lnTo>
                  <a:pt x="9207" y="7740"/>
                </a:lnTo>
                <a:lnTo>
                  <a:pt x="9134" y="7667"/>
                </a:lnTo>
                <a:lnTo>
                  <a:pt x="9170" y="7557"/>
                </a:lnTo>
                <a:lnTo>
                  <a:pt x="9207" y="7483"/>
                </a:lnTo>
                <a:lnTo>
                  <a:pt x="9244" y="7410"/>
                </a:lnTo>
                <a:lnTo>
                  <a:pt x="9244" y="7373"/>
                </a:lnTo>
                <a:lnTo>
                  <a:pt x="9207" y="7300"/>
                </a:lnTo>
                <a:lnTo>
                  <a:pt x="9170" y="7263"/>
                </a:lnTo>
                <a:lnTo>
                  <a:pt x="9134" y="7226"/>
                </a:lnTo>
                <a:lnTo>
                  <a:pt x="8987" y="7226"/>
                </a:lnTo>
                <a:lnTo>
                  <a:pt x="8694" y="7336"/>
                </a:lnTo>
                <a:lnTo>
                  <a:pt x="8694" y="7300"/>
                </a:lnTo>
                <a:lnTo>
                  <a:pt x="8877" y="7153"/>
                </a:lnTo>
                <a:lnTo>
                  <a:pt x="9060" y="6970"/>
                </a:lnTo>
                <a:lnTo>
                  <a:pt x="9134" y="6860"/>
                </a:lnTo>
                <a:lnTo>
                  <a:pt x="9244" y="7043"/>
                </a:lnTo>
                <a:lnTo>
                  <a:pt x="9501" y="7446"/>
                </a:lnTo>
                <a:lnTo>
                  <a:pt x="9537" y="7593"/>
                </a:lnTo>
                <a:lnTo>
                  <a:pt x="9317" y="7887"/>
                </a:lnTo>
                <a:lnTo>
                  <a:pt x="9024" y="8143"/>
                </a:lnTo>
                <a:lnTo>
                  <a:pt x="8730" y="8364"/>
                </a:lnTo>
                <a:lnTo>
                  <a:pt x="8400" y="8547"/>
                </a:lnTo>
                <a:lnTo>
                  <a:pt x="8070" y="8657"/>
                </a:lnTo>
                <a:lnTo>
                  <a:pt x="7703" y="8694"/>
                </a:lnTo>
                <a:lnTo>
                  <a:pt x="7520" y="8694"/>
                </a:lnTo>
                <a:lnTo>
                  <a:pt x="7373" y="8657"/>
                </a:lnTo>
                <a:lnTo>
                  <a:pt x="7190" y="8620"/>
                </a:lnTo>
                <a:lnTo>
                  <a:pt x="7006" y="8547"/>
                </a:lnTo>
                <a:lnTo>
                  <a:pt x="6823" y="8437"/>
                </a:lnTo>
                <a:lnTo>
                  <a:pt x="6676" y="8290"/>
                </a:lnTo>
                <a:lnTo>
                  <a:pt x="6419" y="7997"/>
                </a:lnTo>
                <a:lnTo>
                  <a:pt x="6199" y="7667"/>
                </a:lnTo>
                <a:lnTo>
                  <a:pt x="6053" y="7300"/>
                </a:lnTo>
                <a:lnTo>
                  <a:pt x="6016" y="6896"/>
                </a:lnTo>
                <a:lnTo>
                  <a:pt x="6016" y="6676"/>
                </a:lnTo>
                <a:lnTo>
                  <a:pt x="6053" y="6493"/>
                </a:lnTo>
                <a:lnTo>
                  <a:pt x="6089" y="6309"/>
                </a:lnTo>
                <a:lnTo>
                  <a:pt x="6163" y="6126"/>
                </a:lnTo>
                <a:lnTo>
                  <a:pt x="6273" y="5943"/>
                </a:lnTo>
                <a:lnTo>
                  <a:pt x="6383" y="5759"/>
                </a:lnTo>
                <a:lnTo>
                  <a:pt x="6566" y="5576"/>
                </a:lnTo>
                <a:lnTo>
                  <a:pt x="6786" y="5429"/>
                </a:lnTo>
                <a:close/>
                <a:moveTo>
                  <a:pt x="3852" y="0"/>
                </a:moveTo>
                <a:lnTo>
                  <a:pt x="3522" y="37"/>
                </a:lnTo>
                <a:lnTo>
                  <a:pt x="3191" y="110"/>
                </a:lnTo>
                <a:lnTo>
                  <a:pt x="2898" y="257"/>
                </a:lnTo>
                <a:lnTo>
                  <a:pt x="2604" y="440"/>
                </a:lnTo>
                <a:lnTo>
                  <a:pt x="2348" y="660"/>
                </a:lnTo>
                <a:lnTo>
                  <a:pt x="2091" y="660"/>
                </a:lnTo>
                <a:lnTo>
                  <a:pt x="1871" y="734"/>
                </a:lnTo>
                <a:lnTo>
                  <a:pt x="1687" y="880"/>
                </a:lnTo>
                <a:lnTo>
                  <a:pt x="1541" y="1064"/>
                </a:lnTo>
                <a:lnTo>
                  <a:pt x="1394" y="1284"/>
                </a:lnTo>
                <a:lnTo>
                  <a:pt x="1321" y="1504"/>
                </a:lnTo>
                <a:lnTo>
                  <a:pt x="1137" y="1944"/>
                </a:lnTo>
                <a:lnTo>
                  <a:pt x="660" y="3522"/>
                </a:lnTo>
                <a:lnTo>
                  <a:pt x="404" y="4292"/>
                </a:lnTo>
                <a:lnTo>
                  <a:pt x="183" y="5062"/>
                </a:lnTo>
                <a:lnTo>
                  <a:pt x="37" y="5759"/>
                </a:lnTo>
                <a:lnTo>
                  <a:pt x="0" y="6126"/>
                </a:lnTo>
                <a:lnTo>
                  <a:pt x="0" y="6456"/>
                </a:lnTo>
                <a:lnTo>
                  <a:pt x="0" y="6786"/>
                </a:lnTo>
                <a:lnTo>
                  <a:pt x="73" y="7153"/>
                </a:lnTo>
                <a:lnTo>
                  <a:pt x="183" y="7483"/>
                </a:lnTo>
                <a:lnTo>
                  <a:pt x="330" y="7813"/>
                </a:lnTo>
                <a:lnTo>
                  <a:pt x="477" y="8033"/>
                </a:lnTo>
                <a:lnTo>
                  <a:pt x="660" y="8253"/>
                </a:lnTo>
                <a:lnTo>
                  <a:pt x="880" y="8474"/>
                </a:lnTo>
                <a:lnTo>
                  <a:pt x="1101" y="8657"/>
                </a:lnTo>
                <a:lnTo>
                  <a:pt x="1357" y="8767"/>
                </a:lnTo>
                <a:lnTo>
                  <a:pt x="1651" y="8877"/>
                </a:lnTo>
                <a:lnTo>
                  <a:pt x="1908" y="8914"/>
                </a:lnTo>
                <a:lnTo>
                  <a:pt x="2201" y="8950"/>
                </a:lnTo>
                <a:lnTo>
                  <a:pt x="2458" y="8914"/>
                </a:lnTo>
                <a:lnTo>
                  <a:pt x="2678" y="8840"/>
                </a:lnTo>
                <a:lnTo>
                  <a:pt x="2898" y="8730"/>
                </a:lnTo>
                <a:lnTo>
                  <a:pt x="3081" y="8620"/>
                </a:lnTo>
                <a:lnTo>
                  <a:pt x="3448" y="8290"/>
                </a:lnTo>
                <a:lnTo>
                  <a:pt x="3778" y="7923"/>
                </a:lnTo>
                <a:lnTo>
                  <a:pt x="3815" y="7960"/>
                </a:lnTo>
                <a:lnTo>
                  <a:pt x="3925" y="7960"/>
                </a:lnTo>
                <a:lnTo>
                  <a:pt x="4035" y="7887"/>
                </a:lnTo>
                <a:lnTo>
                  <a:pt x="4108" y="7813"/>
                </a:lnTo>
                <a:lnTo>
                  <a:pt x="4108" y="7740"/>
                </a:lnTo>
                <a:lnTo>
                  <a:pt x="4072" y="7593"/>
                </a:lnTo>
                <a:lnTo>
                  <a:pt x="4182" y="7446"/>
                </a:lnTo>
                <a:lnTo>
                  <a:pt x="4512" y="6896"/>
                </a:lnTo>
                <a:lnTo>
                  <a:pt x="4769" y="6309"/>
                </a:lnTo>
                <a:lnTo>
                  <a:pt x="5025" y="5722"/>
                </a:lnTo>
                <a:lnTo>
                  <a:pt x="5209" y="5099"/>
                </a:lnTo>
                <a:lnTo>
                  <a:pt x="5246" y="5062"/>
                </a:lnTo>
                <a:lnTo>
                  <a:pt x="5282" y="4989"/>
                </a:lnTo>
                <a:lnTo>
                  <a:pt x="5282" y="4915"/>
                </a:lnTo>
                <a:lnTo>
                  <a:pt x="5466" y="4292"/>
                </a:lnTo>
                <a:lnTo>
                  <a:pt x="5612" y="3632"/>
                </a:lnTo>
                <a:lnTo>
                  <a:pt x="5722" y="2971"/>
                </a:lnTo>
                <a:lnTo>
                  <a:pt x="5796" y="2311"/>
                </a:lnTo>
                <a:lnTo>
                  <a:pt x="5832" y="1981"/>
                </a:lnTo>
                <a:lnTo>
                  <a:pt x="5796" y="1651"/>
                </a:lnTo>
                <a:lnTo>
                  <a:pt x="5759" y="1357"/>
                </a:lnTo>
                <a:lnTo>
                  <a:pt x="5649" y="1064"/>
                </a:lnTo>
                <a:lnTo>
                  <a:pt x="5539" y="807"/>
                </a:lnTo>
                <a:lnTo>
                  <a:pt x="5356" y="587"/>
                </a:lnTo>
                <a:lnTo>
                  <a:pt x="5099" y="367"/>
                </a:lnTo>
                <a:lnTo>
                  <a:pt x="4842" y="184"/>
                </a:lnTo>
                <a:lnTo>
                  <a:pt x="4512" y="73"/>
                </a:lnTo>
                <a:lnTo>
                  <a:pt x="4182" y="0"/>
                </a:lnTo>
                <a:close/>
                <a:moveTo>
                  <a:pt x="8730" y="3962"/>
                </a:moveTo>
                <a:lnTo>
                  <a:pt x="8584" y="4072"/>
                </a:lnTo>
                <a:lnTo>
                  <a:pt x="8437" y="4182"/>
                </a:lnTo>
                <a:lnTo>
                  <a:pt x="8327" y="4329"/>
                </a:lnTo>
                <a:lnTo>
                  <a:pt x="7887" y="4439"/>
                </a:lnTo>
                <a:lnTo>
                  <a:pt x="7336" y="4585"/>
                </a:lnTo>
                <a:lnTo>
                  <a:pt x="6786" y="4842"/>
                </a:lnTo>
                <a:lnTo>
                  <a:pt x="6566" y="4989"/>
                </a:lnTo>
                <a:lnTo>
                  <a:pt x="6309" y="5172"/>
                </a:lnTo>
                <a:lnTo>
                  <a:pt x="6089" y="5356"/>
                </a:lnTo>
                <a:lnTo>
                  <a:pt x="5906" y="5576"/>
                </a:lnTo>
                <a:lnTo>
                  <a:pt x="5759" y="5796"/>
                </a:lnTo>
                <a:lnTo>
                  <a:pt x="5612" y="6053"/>
                </a:lnTo>
                <a:lnTo>
                  <a:pt x="5539" y="6309"/>
                </a:lnTo>
                <a:lnTo>
                  <a:pt x="5502" y="6603"/>
                </a:lnTo>
                <a:lnTo>
                  <a:pt x="5466" y="6860"/>
                </a:lnTo>
                <a:lnTo>
                  <a:pt x="5502" y="7116"/>
                </a:lnTo>
                <a:lnTo>
                  <a:pt x="5539" y="7373"/>
                </a:lnTo>
                <a:lnTo>
                  <a:pt x="5612" y="7630"/>
                </a:lnTo>
                <a:lnTo>
                  <a:pt x="5722" y="7887"/>
                </a:lnTo>
                <a:lnTo>
                  <a:pt x="5869" y="8107"/>
                </a:lnTo>
                <a:lnTo>
                  <a:pt x="6016" y="8327"/>
                </a:lnTo>
                <a:lnTo>
                  <a:pt x="6199" y="8547"/>
                </a:lnTo>
                <a:lnTo>
                  <a:pt x="6419" y="8730"/>
                </a:lnTo>
                <a:lnTo>
                  <a:pt x="6639" y="8914"/>
                </a:lnTo>
                <a:lnTo>
                  <a:pt x="6860" y="9060"/>
                </a:lnTo>
                <a:lnTo>
                  <a:pt x="7116" y="9170"/>
                </a:lnTo>
                <a:lnTo>
                  <a:pt x="7410" y="9244"/>
                </a:lnTo>
                <a:lnTo>
                  <a:pt x="7703" y="9281"/>
                </a:lnTo>
                <a:lnTo>
                  <a:pt x="8033" y="9244"/>
                </a:lnTo>
                <a:lnTo>
                  <a:pt x="8327" y="9170"/>
                </a:lnTo>
                <a:lnTo>
                  <a:pt x="8620" y="9024"/>
                </a:lnTo>
                <a:lnTo>
                  <a:pt x="8877" y="8877"/>
                </a:lnTo>
                <a:lnTo>
                  <a:pt x="9391" y="8547"/>
                </a:lnTo>
                <a:lnTo>
                  <a:pt x="9611" y="8364"/>
                </a:lnTo>
                <a:lnTo>
                  <a:pt x="9794" y="8143"/>
                </a:lnTo>
                <a:lnTo>
                  <a:pt x="9977" y="7923"/>
                </a:lnTo>
                <a:lnTo>
                  <a:pt x="10161" y="7703"/>
                </a:lnTo>
                <a:lnTo>
                  <a:pt x="10418" y="7190"/>
                </a:lnTo>
                <a:lnTo>
                  <a:pt x="10638" y="6676"/>
                </a:lnTo>
                <a:lnTo>
                  <a:pt x="10711" y="6346"/>
                </a:lnTo>
                <a:lnTo>
                  <a:pt x="10748" y="6053"/>
                </a:lnTo>
                <a:lnTo>
                  <a:pt x="10748" y="5722"/>
                </a:lnTo>
                <a:lnTo>
                  <a:pt x="10711" y="5466"/>
                </a:lnTo>
                <a:lnTo>
                  <a:pt x="10601" y="5172"/>
                </a:lnTo>
                <a:lnTo>
                  <a:pt x="10454" y="4915"/>
                </a:lnTo>
                <a:lnTo>
                  <a:pt x="10271" y="4659"/>
                </a:lnTo>
                <a:lnTo>
                  <a:pt x="10051" y="4439"/>
                </a:lnTo>
                <a:lnTo>
                  <a:pt x="9794" y="4255"/>
                </a:lnTo>
                <a:lnTo>
                  <a:pt x="9537" y="4108"/>
                </a:lnTo>
                <a:lnTo>
                  <a:pt x="9244" y="3998"/>
                </a:lnTo>
                <a:lnTo>
                  <a:pt x="8950" y="3962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7" name="Google Shape;187;p2"/>
          <p:cNvSpPr/>
          <p:nvPr/>
        </p:nvSpPr>
        <p:spPr>
          <a:xfrm>
            <a:off x="7518184" y="3966329"/>
            <a:ext cx="846269" cy="598458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8" name="Google Shape;188;p2"/>
          <p:cNvSpPr/>
          <p:nvPr/>
        </p:nvSpPr>
        <p:spPr>
          <a:xfrm rot="-5400000">
            <a:off x="6496794" y="3021441"/>
            <a:ext cx="493819" cy="631536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89" name="Google Shape;189;p2"/>
          <p:cNvSpPr/>
          <p:nvPr/>
        </p:nvSpPr>
        <p:spPr>
          <a:xfrm>
            <a:off x="6453205" y="3705907"/>
            <a:ext cx="666366" cy="752689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90" name="Google Shape;190;p2"/>
          <p:cNvSpPr/>
          <p:nvPr/>
        </p:nvSpPr>
        <p:spPr>
          <a:xfrm>
            <a:off x="1866011" y="4742879"/>
            <a:ext cx="681078" cy="455287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91" name="Google Shape;191;p2"/>
          <p:cNvSpPr/>
          <p:nvPr/>
        </p:nvSpPr>
        <p:spPr>
          <a:xfrm>
            <a:off x="6669805" y="4614395"/>
            <a:ext cx="308462" cy="330481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"/>
          <p:cNvSpPr txBox="1">
            <a:spLocks noGrp="1"/>
          </p:cNvSpPr>
          <p:nvPr>
            <p:ph type="ctrTitle"/>
          </p:nvPr>
        </p:nvSpPr>
        <p:spPr>
          <a:xfrm>
            <a:off x="3210935" y="1661762"/>
            <a:ext cx="5301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 b="0"/>
            </a:lvl9pPr>
          </a:lstStyle>
          <a:p>
            <a:endParaRPr/>
          </a:p>
        </p:txBody>
      </p:sp>
      <p:sp>
        <p:nvSpPr>
          <p:cNvPr id="194" name="Google Shape;194;p3"/>
          <p:cNvSpPr txBox="1">
            <a:spLocks noGrp="1"/>
          </p:cNvSpPr>
          <p:nvPr>
            <p:ph type="subTitle" idx="1"/>
          </p:nvPr>
        </p:nvSpPr>
        <p:spPr>
          <a:xfrm>
            <a:off x="3210885" y="2864177"/>
            <a:ext cx="5301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600"/>
              <a:buNone/>
              <a:defRPr>
                <a:solidFill>
                  <a:srgbClr val="1C4587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3000"/>
              <a:buNone/>
              <a:defRPr sz="3000">
                <a:solidFill>
                  <a:srgbClr val="1C4587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3"/>
          <p:cNvSpPr/>
          <p:nvPr/>
        </p:nvSpPr>
        <p:spPr>
          <a:xfrm>
            <a:off x="4412080" y="4661638"/>
            <a:ext cx="450550" cy="558734"/>
          </a:xfrm>
          <a:custGeom>
            <a:avLst/>
            <a:gdLst/>
            <a:ahLst/>
            <a:cxnLst/>
            <a:rect l="l" t="t" r="r" b="b"/>
            <a:pathLst>
              <a:path w="15884" h="19698" extrusionOk="0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96" name="Google Shape;196;p3"/>
          <p:cNvSpPr/>
          <p:nvPr/>
        </p:nvSpPr>
        <p:spPr>
          <a:xfrm>
            <a:off x="3968826" y="4000288"/>
            <a:ext cx="443260" cy="504670"/>
          </a:xfrm>
          <a:custGeom>
            <a:avLst/>
            <a:gdLst/>
            <a:ahLst/>
            <a:cxnLst/>
            <a:rect l="l" t="t" r="r" b="b"/>
            <a:pathLst>
              <a:path w="15627" h="17792" extrusionOk="0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97" name="Google Shape;197;p3"/>
          <p:cNvSpPr/>
          <p:nvPr/>
        </p:nvSpPr>
        <p:spPr>
          <a:xfrm>
            <a:off x="6283364" y="4209515"/>
            <a:ext cx="210213" cy="458889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5746560" y="4042836"/>
            <a:ext cx="414157" cy="507762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199" name="Google Shape;199;p3"/>
          <p:cNvSpPr/>
          <p:nvPr/>
        </p:nvSpPr>
        <p:spPr>
          <a:xfrm>
            <a:off x="7063610" y="4132028"/>
            <a:ext cx="456818" cy="425588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8742973" y="4166677"/>
            <a:ext cx="495281" cy="340238"/>
          </a:xfrm>
          <a:custGeom>
            <a:avLst/>
            <a:gdLst/>
            <a:ahLst/>
            <a:cxnLst/>
            <a:rect l="l" t="t" r="r" b="b"/>
            <a:pathLst>
              <a:path w="17461" h="11995" extrusionOk="0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6581517" y="4041241"/>
            <a:ext cx="372518" cy="384998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6507132" y="4533962"/>
            <a:ext cx="521292" cy="538992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3" name="Google Shape;203;p3"/>
          <p:cNvSpPr/>
          <p:nvPr/>
        </p:nvSpPr>
        <p:spPr>
          <a:xfrm>
            <a:off x="5501054" y="4557600"/>
            <a:ext cx="504670" cy="400627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4" name="Google Shape;204;p3"/>
          <p:cNvSpPr/>
          <p:nvPr/>
        </p:nvSpPr>
        <p:spPr>
          <a:xfrm>
            <a:off x="5201567" y="4075599"/>
            <a:ext cx="470320" cy="442210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5" name="Google Shape;205;p3"/>
          <p:cNvSpPr/>
          <p:nvPr/>
        </p:nvSpPr>
        <p:spPr>
          <a:xfrm>
            <a:off x="4765584" y="4075593"/>
            <a:ext cx="339602" cy="400617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6" name="Google Shape;206;p3"/>
          <p:cNvSpPr/>
          <p:nvPr/>
        </p:nvSpPr>
        <p:spPr>
          <a:xfrm>
            <a:off x="5521858" y="4998019"/>
            <a:ext cx="463059" cy="177962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7" name="Google Shape;207;p3"/>
          <p:cNvSpPr/>
          <p:nvPr/>
        </p:nvSpPr>
        <p:spPr>
          <a:xfrm>
            <a:off x="8052572" y="4825260"/>
            <a:ext cx="589992" cy="414129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8" name="Google Shape;208;p3"/>
          <p:cNvSpPr/>
          <p:nvPr/>
        </p:nvSpPr>
        <p:spPr>
          <a:xfrm>
            <a:off x="8052577" y="4029277"/>
            <a:ext cx="388118" cy="408938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09" name="Google Shape;209;p3"/>
          <p:cNvSpPr/>
          <p:nvPr/>
        </p:nvSpPr>
        <p:spPr>
          <a:xfrm>
            <a:off x="6984573" y="4950383"/>
            <a:ext cx="297606" cy="211234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0" name="Google Shape;210;p3"/>
          <p:cNvSpPr/>
          <p:nvPr/>
        </p:nvSpPr>
        <p:spPr>
          <a:xfrm>
            <a:off x="8749725" y="4950125"/>
            <a:ext cx="288245" cy="184202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1" name="Google Shape;211;p3"/>
          <p:cNvSpPr/>
          <p:nvPr/>
        </p:nvSpPr>
        <p:spPr>
          <a:xfrm>
            <a:off x="6160715" y="4780234"/>
            <a:ext cx="323616" cy="321546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2" name="Google Shape;212;p3"/>
          <p:cNvSpPr/>
          <p:nvPr/>
        </p:nvSpPr>
        <p:spPr>
          <a:xfrm>
            <a:off x="8522444" y="4000279"/>
            <a:ext cx="306966" cy="385027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3" name="Google Shape;213;p3"/>
          <p:cNvSpPr/>
          <p:nvPr/>
        </p:nvSpPr>
        <p:spPr>
          <a:xfrm>
            <a:off x="4892224" y="4552927"/>
            <a:ext cx="416228" cy="409988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4" name="Google Shape;214;p3"/>
          <p:cNvSpPr/>
          <p:nvPr/>
        </p:nvSpPr>
        <p:spPr>
          <a:xfrm>
            <a:off x="8829403" y="4583868"/>
            <a:ext cx="391238" cy="289295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5" name="Google Shape;215;p3"/>
          <p:cNvSpPr/>
          <p:nvPr/>
        </p:nvSpPr>
        <p:spPr>
          <a:xfrm>
            <a:off x="4489179" y="4206693"/>
            <a:ext cx="180033" cy="373539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6" name="Google Shape;216;p3"/>
          <p:cNvSpPr/>
          <p:nvPr/>
        </p:nvSpPr>
        <p:spPr>
          <a:xfrm rot="1920548">
            <a:off x="7236726" y="4658174"/>
            <a:ext cx="501522" cy="425557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7" name="Google Shape;217;p3"/>
          <p:cNvSpPr/>
          <p:nvPr/>
        </p:nvSpPr>
        <p:spPr>
          <a:xfrm>
            <a:off x="8263292" y="4517805"/>
            <a:ext cx="479681" cy="339217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8" name="Google Shape;218;p3"/>
          <p:cNvSpPr/>
          <p:nvPr/>
        </p:nvSpPr>
        <p:spPr>
          <a:xfrm rot="-5400000">
            <a:off x="7684355" y="3982230"/>
            <a:ext cx="279906" cy="357966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19" name="Google Shape;219;p3"/>
          <p:cNvSpPr/>
          <p:nvPr/>
        </p:nvSpPr>
        <p:spPr>
          <a:xfrm>
            <a:off x="7659648" y="4370196"/>
            <a:ext cx="377708" cy="426638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0" name="Google Shape;220;p3"/>
          <p:cNvSpPr/>
          <p:nvPr/>
        </p:nvSpPr>
        <p:spPr>
          <a:xfrm>
            <a:off x="5059563" y="4957957"/>
            <a:ext cx="386048" cy="258065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1" name="Google Shape;221;p3"/>
          <p:cNvSpPr/>
          <p:nvPr/>
        </p:nvSpPr>
        <p:spPr>
          <a:xfrm>
            <a:off x="7782420" y="4885132"/>
            <a:ext cx="174842" cy="187322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2" name="Google Shape;222;p3"/>
          <p:cNvSpPr/>
          <p:nvPr/>
        </p:nvSpPr>
        <p:spPr>
          <a:xfrm>
            <a:off x="1482765" y="4209515"/>
            <a:ext cx="210213" cy="458889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3" name="Google Shape;223;p3"/>
          <p:cNvSpPr/>
          <p:nvPr/>
        </p:nvSpPr>
        <p:spPr>
          <a:xfrm>
            <a:off x="945960" y="4042836"/>
            <a:ext cx="414157" cy="507762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4" name="Google Shape;224;p3"/>
          <p:cNvSpPr/>
          <p:nvPr/>
        </p:nvSpPr>
        <p:spPr>
          <a:xfrm>
            <a:off x="2263010" y="4132028"/>
            <a:ext cx="456818" cy="425588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5" name="Google Shape;225;p3"/>
          <p:cNvSpPr/>
          <p:nvPr/>
        </p:nvSpPr>
        <p:spPr>
          <a:xfrm>
            <a:off x="1780917" y="4041241"/>
            <a:ext cx="372518" cy="384998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6" name="Google Shape;226;p3"/>
          <p:cNvSpPr/>
          <p:nvPr/>
        </p:nvSpPr>
        <p:spPr>
          <a:xfrm>
            <a:off x="1706532" y="4533962"/>
            <a:ext cx="521292" cy="538992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7" name="Google Shape;227;p3"/>
          <p:cNvSpPr/>
          <p:nvPr/>
        </p:nvSpPr>
        <p:spPr>
          <a:xfrm>
            <a:off x="700454" y="4557600"/>
            <a:ext cx="504670" cy="400627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8" name="Google Shape;228;p3"/>
          <p:cNvSpPr/>
          <p:nvPr/>
        </p:nvSpPr>
        <p:spPr>
          <a:xfrm>
            <a:off x="400967" y="4075599"/>
            <a:ext cx="470320" cy="442210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29" name="Google Shape;229;p3"/>
          <p:cNvSpPr/>
          <p:nvPr/>
        </p:nvSpPr>
        <p:spPr>
          <a:xfrm>
            <a:off x="-35016" y="4075593"/>
            <a:ext cx="339602" cy="400617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0" name="Google Shape;230;p3"/>
          <p:cNvSpPr/>
          <p:nvPr/>
        </p:nvSpPr>
        <p:spPr>
          <a:xfrm>
            <a:off x="721258" y="4998019"/>
            <a:ext cx="463059" cy="177962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1" name="Google Shape;231;p3"/>
          <p:cNvSpPr/>
          <p:nvPr/>
        </p:nvSpPr>
        <p:spPr>
          <a:xfrm>
            <a:off x="3251972" y="4825260"/>
            <a:ext cx="589992" cy="414129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2" name="Google Shape;232;p3"/>
          <p:cNvSpPr/>
          <p:nvPr/>
        </p:nvSpPr>
        <p:spPr>
          <a:xfrm>
            <a:off x="3251978" y="4029277"/>
            <a:ext cx="388118" cy="408938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3" name="Google Shape;233;p3"/>
          <p:cNvSpPr/>
          <p:nvPr/>
        </p:nvSpPr>
        <p:spPr>
          <a:xfrm>
            <a:off x="2183974" y="4950383"/>
            <a:ext cx="297606" cy="211234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4" name="Google Shape;234;p3"/>
          <p:cNvSpPr/>
          <p:nvPr/>
        </p:nvSpPr>
        <p:spPr>
          <a:xfrm>
            <a:off x="3949125" y="4950125"/>
            <a:ext cx="288245" cy="184202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5" name="Google Shape;235;p3"/>
          <p:cNvSpPr/>
          <p:nvPr/>
        </p:nvSpPr>
        <p:spPr>
          <a:xfrm>
            <a:off x="1360115" y="4780234"/>
            <a:ext cx="323616" cy="321546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6" name="Google Shape;236;p3"/>
          <p:cNvSpPr/>
          <p:nvPr/>
        </p:nvSpPr>
        <p:spPr>
          <a:xfrm>
            <a:off x="3721844" y="4000279"/>
            <a:ext cx="306966" cy="385027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7" name="Google Shape;237;p3"/>
          <p:cNvSpPr/>
          <p:nvPr/>
        </p:nvSpPr>
        <p:spPr>
          <a:xfrm>
            <a:off x="91624" y="4552927"/>
            <a:ext cx="416228" cy="409988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8" name="Google Shape;238;p3"/>
          <p:cNvSpPr/>
          <p:nvPr/>
        </p:nvSpPr>
        <p:spPr>
          <a:xfrm>
            <a:off x="4028803" y="4583868"/>
            <a:ext cx="391238" cy="289295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39" name="Google Shape;239;p3"/>
          <p:cNvSpPr/>
          <p:nvPr/>
        </p:nvSpPr>
        <p:spPr>
          <a:xfrm>
            <a:off x="2704" y="4900231"/>
            <a:ext cx="180033" cy="373539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0" name="Google Shape;240;p3"/>
          <p:cNvSpPr/>
          <p:nvPr/>
        </p:nvSpPr>
        <p:spPr>
          <a:xfrm rot="1920548">
            <a:off x="2436125" y="4658174"/>
            <a:ext cx="501522" cy="425557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1" name="Google Shape;241;p3"/>
          <p:cNvSpPr/>
          <p:nvPr/>
        </p:nvSpPr>
        <p:spPr>
          <a:xfrm>
            <a:off x="3462692" y="4517805"/>
            <a:ext cx="479681" cy="339217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2" name="Google Shape;242;p3"/>
          <p:cNvSpPr/>
          <p:nvPr/>
        </p:nvSpPr>
        <p:spPr>
          <a:xfrm rot="-5400000">
            <a:off x="2883755" y="3982230"/>
            <a:ext cx="279906" cy="357966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3" name="Google Shape;243;p3"/>
          <p:cNvSpPr/>
          <p:nvPr/>
        </p:nvSpPr>
        <p:spPr>
          <a:xfrm>
            <a:off x="2859048" y="4370196"/>
            <a:ext cx="377708" cy="426638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4" name="Google Shape;244;p3"/>
          <p:cNvSpPr/>
          <p:nvPr/>
        </p:nvSpPr>
        <p:spPr>
          <a:xfrm>
            <a:off x="258963" y="4957957"/>
            <a:ext cx="386048" cy="258065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5" name="Google Shape;245;p3"/>
          <p:cNvSpPr/>
          <p:nvPr/>
        </p:nvSpPr>
        <p:spPr>
          <a:xfrm>
            <a:off x="2981820" y="4885132"/>
            <a:ext cx="174842" cy="187322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"/>
          <p:cNvSpPr txBox="1">
            <a:spLocks noGrp="1"/>
          </p:cNvSpPr>
          <p:nvPr>
            <p:ph type="body" idx="1"/>
          </p:nvPr>
        </p:nvSpPr>
        <p:spPr>
          <a:xfrm>
            <a:off x="2159325" y="2161800"/>
            <a:ext cx="48255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7350" algn="ctr" rtl="0">
              <a:spcBef>
                <a:spcPts val="600"/>
              </a:spcBef>
              <a:spcAft>
                <a:spcPts val="0"/>
              </a:spcAft>
              <a:buClr>
                <a:srgbClr val="1C4587"/>
              </a:buClr>
              <a:buSzPts val="2500"/>
              <a:buChar char="✘"/>
              <a:defRPr sz="2500" b="1">
                <a:solidFill>
                  <a:srgbClr val="1C4587"/>
                </a:solidFill>
              </a:defRPr>
            </a:lvl1pPr>
            <a:lvl2pPr marL="914400" lvl="1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✗"/>
              <a:defRPr sz="2500" b="1">
                <a:solidFill>
                  <a:srgbClr val="1C4587"/>
                </a:solidFill>
              </a:defRPr>
            </a:lvl2pPr>
            <a:lvl3pPr marL="1371600" lvl="2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■"/>
              <a:defRPr sz="2500" b="1">
                <a:solidFill>
                  <a:srgbClr val="1C4587"/>
                </a:solidFill>
              </a:defRPr>
            </a:lvl3pPr>
            <a:lvl4pPr marL="1828800" lvl="3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●"/>
              <a:defRPr sz="2500" b="1">
                <a:solidFill>
                  <a:srgbClr val="1C4587"/>
                </a:solidFill>
              </a:defRPr>
            </a:lvl4pPr>
            <a:lvl5pPr marL="2286000" lvl="4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○"/>
              <a:defRPr sz="2500" b="1">
                <a:solidFill>
                  <a:srgbClr val="1C4587"/>
                </a:solidFill>
              </a:defRPr>
            </a:lvl5pPr>
            <a:lvl6pPr marL="2743200" lvl="5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■"/>
              <a:defRPr sz="2500" b="1">
                <a:solidFill>
                  <a:srgbClr val="1C4587"/>
                </a:solidFill>
              </a:defRPr>
            </a:lvl6pPr>
            <a:lvl7pPr marL="3200400" lvl="6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●"/>
              <a:defRPr sz="2500" b="1">
                <a:solidFill>
                  <a:srgbClr val="1C4587"/>
                </a:solidFill>
              </a:defRPr>
            </a:lvl7pPr>
            <a:lvl8pPr marL="3657600" lvl="7" indent="-387350" algn="ctr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○"/>
              <a:defRPr sz="2500" b="1">
                <a:solidFill>
                  <a:srgbClr val="1C4587"/>
                </a:solidFill>
              </a:defRPr>
            </a:lvl8pPr>
            <a:lvl9pPr marL="4114800" lvl="8" indent="-387350" algn="ctr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500"/>
              <a:buChar char="■"/>
              <a:defRPr sz="2500" b="1">
                <a:solidFill>
                  <a:srgbClr val="1C4587"/>
                </a:solidFill>
              </a:defRPr>
            </a:lvl9pPr>
          </a:lstStyle>
          <a:p>
            <a:endParaRPr/>
          </a:p>
        </p:txBody>
      </p:sp>
      <p:sp>
        <p:nvSpPr>
          <p:cNvPr id="248" name="Google Shape;248;p4"/>
          <p:cNvSpPr/>
          <p:nvPr/>
        </p:nvSpPr>
        <p:spPr>
          <a:xfrm>
            <a:off x="7302880" y="-294362"/>
            <a:ext cx="450550" cy="558734"/>
          </a:xfrm>
          <a:custGeom>
            <a:avLst/>
            <a:gdLst/>
            <a:ahLst/>
            <a:cxnLst/>
            <a:rect l="l" t="t" r="r" b="b"/>
            <a:pathLst>
              <a:path w="15884" h="19698" extrusionOk="0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49" name="Google Shape;249;p4"/>
          <p:cNvSpPr/>
          <p:nvPr/>
        </p:nvSpPr>
        <p:spPr>
          <a:xfrm>
            <a:off x="-35374" y="3366963"/>
            <a:ext cx="443260" cy="504670"/>
          </a:xfrm>
          <a:custGeom>
            <a:avLst/>
            <a:gdLst/>
            <a:ahLst/>
            <a:cxnLst/>
            <a:rect l="l" t="t" r="r" b="b"/>
            <a:pathLst>
              <a:path w="15627" h="17792" extrusionOk="0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0" name="Google Shape;250;p4"/>
          <p:cNvSpPr/>
          <p:nvPr/>
        </p:nvSpPr>
        <p:spPr>
          <a:xfrm>
            <a:off x="8817948" y="3439661"/>
            <a:ext cx="414157" cy="507762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1" name="Google Shape;251;p4"/>
          <p:cNvSpPr/>
          <p:nvPr/>
        </p:nvSpPr>
        <p:spPr>
          <a:xfrm>
            <a:off x="8742973" y="4166677"/>
            <a:ext cx="495281" cy="340238"/>
          </a:xfrm>
          <a:custGeom>
            <a:avLst/>
            <a:gdLst/>
            <a:ahLst/>
            <a:cxnLst/>
            <a:rect l="l" t="t" r="r" b="b"/>
            <a:pathLst>
              <a:path w="17461" h="11995" extrusionOk="0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2" name="Google Shape;252;p4"/>
          <p:cNvSpPr/>
          <p:nvPr/>
        </p:nvSpPr>
        <p:spPr>
          <a:xfrm>
            <a:off x="8360955" y="4506916"/>
            <a:ext cx="372518" cy="384998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3" name="Google Shape;253;p4"/>
          <p:cNvSpPr/>
          <p:nvPr/>
        </p:nvSpPr>
        <p:spPr>
          <a:xfrm>
            <a:off x="-77078" y="1488018"/>
            <a:ext cx="339602" cy="400617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4" name="Google Shape;254;p4"/>
          <p:cNvSpPr/>
          <p:nvPr/>
        </p:nvSpPr>
        <p:spPr>
          <a:xfrm>
            <a:off x="8052572" y="4825260"/>
            <a:ext cx="589992" cy="414129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5" name="Google Shape;255;p4"/>
          <p:cNvSpPr/>
          <p:nvPr/>
        </p:nvSpPr>
        <p:spPr>
          <a:xfrm>
            <a:off x="8052577" y="4132327"/>
            <a:ext cx="388118" cy="408938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6" name="Google Shape;256;p4"/>
          <p:cNvSpPr/>
          <p:nvPr/>
        </p:nvSpPr>
        <p:spPr>
          <a:xfrm>
            <a:off x="7430898" y="4873171"/>
            <a:ext cx="297606" cy="211234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7" name="Google Shape;257;p4"/>
          <p:cNvSpPr/>
          <p:nvPr/>
        </p:nvSpPr>
        <p:spPr>
          <a:xfrm>
            <a:off x="8749725" y="4950125"/>
            <a:ext cx="288245" cy="184202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8" name="Google Shape;258;p4"/>
          <p:cNvSpPr/>
          <p:nvPr/>
        </p:nvSpPr>
        <p:spPr>
          <a:xfrm>
            <a:off x="8522444" y="4000279"/>
            <a:ext cx="306966" cy="385027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59" name="Google Shape;259;p4"/>
          <p:cNvSpPr/>
          <p:nvPr/>
        </p:nvSpPr>
        <p:spPr>
          <a:xfrm>
            <a:off x="8829403" y="4583868"/>
            <a:ext cx="391238" cy="289295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0" name="Google Shape;260;p4"/>
          <p:cNvSpPr/>
          <p:nvPr/>
        </p:nvSpPr>
        <p:spPr>
          <a:xfrm>
            <a:off x="8963979" y="1338718"/>
            <a:ext cx="180033" cy="373539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1" name="Google Shape;261;p4"/>
          <p:cNvSpPr/>
          <p:nvPr/>
        </p:nvSpPr>
        <p:spPr>
          <a:xfrm rot="-2426120">
            <a:off x="7110132" y="4877011"/>
            <a:ext cx="279910" cy="357971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2" name="Google Shape;262;p4"/>
          <p:cNvSpPr/>
          <p:nvPr/>
        </p:nvSpPr>
        <p:spPr>
          <a:xfrm>
            <a:off x="7659648" y="4370196"/>
            <a:ext cx="377708" cy="426638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3" name="Google Shape;263;p4"/>
          <p:cNvSpPr/>
          <p:nvPr/>
        </p:nvSpPr>
        <p:spPr>
          <a:xfrm>
            <a:off x="8797588" y="3078732"/>
            <a:ext cx="386048" cy="258065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4" name="Google Shape;264;p4"/>
          <p:cNvSpPr/>
          <p:nvPr/>
        </p:nvSpPr>
        <p:spPr>
          <a:xfrm>
            <a:off x="7782420" y="4885132"/>
            <a:ext cx="174842" cy="187322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5" name="Google Shape;265;p4"/>
          <p:cNvSpPr/>
          <p:nvPr/>
        </p:nvSpPr>
        <p:spPr>
          <a:xfrm>
            <a:off x="346877" y="608615"/>
            <a:ext cx="210213" cy="458889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6" name="Google Shape;266;p4"/>
          <p:cNvSpPr/>
          <p:nvPr/>
        </p:nvSpPr>
        <p:spPr>
          <a:xfrm>
            <a:off x="645010" y="355961"/>
            <a:ext cx="414157" cy="507762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7" name="Google Shape;267;p4"/>
          <p:cNvSpPr/>
          <p:nvPr/>
        </p:nvSpPr>
        <p:spPr>
          <a:xfrm>
            <a:off x="8318810" y="-29822"/>
            <a:ext cx="456818" cy="425588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8" name="Google Shape;268;p4"/>
          <p:cNvSpPr/>
          <p:nvPr/>
        </p:nvSpPr>
        <p:spPr>
          <a:xfrm>
            <a:off x="-8" y="1013366"/>
            <a:ext cx="372518" cy="384998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69" name="Google Shape;269;p4"/>
          <p:cNvSpPr/>
          <p:nvPr/>
        </p:nvSpPr>
        <p:spPr>
          <a:xfrm>
            <a:off x="8699356" y="179112"/>
            <a:ext cx="521292" cy="538992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0" name="Google Shape;270;p4"/>
          <p:cNvSpPr/>
          <p:nvPr/>
        </p:nvSpPr>
        <p:spPr>
          <a:xfrm>
            <a:off x="700454" y="4557600"/>
            <a:ext cx="504670" cy="400627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1" name="Google Shape;271;p4"/>
          <p:cNvSpPr/>
          <p:nvPr/>
        </p:nvSpPr>
        <p:spPr>
          <a:xfrm>
            <a:off x="258967" y="-86251"/>
            <a:ext cx="470320" cy="442210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2" name="Google Shape;272;p4"/>
          <p:cNvSpPr/>
          <p:nvPr/>
        </p:nvSpPr>
        <p:spPr>
          <a:xfrm>
            <a:off x="-35016" y="4075593"/>
            <a:ext cx="339602" cy="400617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3" name="Google Shape;273;p4"/>
          <p:cNvSpPr/>
          <p:nvPr/>
        </p:nvSpPr>
        <p:spPr>
          <a:xfrm>
            <a:off x="721258" y="4998019"/>
            <a:ext cx="463059" cy="177962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4" name="Google Shape;274;p4"/>
          <p:cNvSpPr/>
          <p:nvPr/>
        </p:nvSpPr>
        <p:spPr>
          <a:xfrm>
            <a:off x="-243128" y="54210"/>
            <a:ext cx="589992" cy="414129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5" name="Google Shape;275;p4"/>
          <p:cNvSpPr/>
          <p:nvPr/>
        </p:nvSpPr>
        <p:spPr>
          <a:xfrm>
            <a:off x="7842052" y="-100873"/>
            <a:ext cx="388118" cy="408938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6" name="Google Shape;276;p4"/>
          <p:cNvSpPr/>
          <p:nvPr/>
        </p:nvSpPr>
        <p:spPr>
          <a:xfrm>
            <a:off x="-38626" y="579046"/>
            <a:ext cx="297606" cy="211234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7" name="Google Shape;277;p4"/>
          <p:cNvSpPr/>
          <p:nvPr/>
        </p:nvSpPr>
        <p:spPr>
          <a:xfrm>
            <a:off x="1403775" y="11500"/>
            <a:ext cx="288245" cy="184202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8" name="Google Shape;278;p4"/>
          <p:cNvSpPr/>
          <p:nvPr/>
        </p:nvSpPr>
        <p:spPr>
          <a:xfrm>
            <a:off x="955990" y="-57166"/>
            <a:ext cx="323616" cy="321546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79" name="Google Shape;279;p4"/>
          <p:cNvSpPr/>
          <p:nvPr/>
        </p:nvSpPr>
        <p:spPr>
          <a:xfrm>
            <a:off x="1333294" y="4678454"/>
            <a:ext cx="306966" cy="385027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0" name="Google Shape;280;p4"/>
          <p:cNvSpPr/>
          <p:nvPr/>
        </p:nvSpPr>
        <p:spPr>
          <a:xfrm>
            <a:off x="91624" y="4552927"/>
            <a:ext cx="416228" cy="409988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1" name="Google Shape;281;p4"/>
          <p:cNvSpPr/>
          <p:nvPr/>
        </p:nvSpPr>
        <p:spPr>
          <a:xfrm>
            <a:off x="1525678" y="4911343"/>
            <a:ext cx="391238" cy="289295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2" name="Google Shape;282;p4"/>
          <p:cNvSpPr/>
          <p:nvPr/>
        </p:nvSpPr>
        <p:spPr>
          <a:xfrm>
            <a:off x="2704" y="4900231"/>
            <a:ext cx="180033" cy="373539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3" name="Google Shape;283;p4"/>
          <p:cNvSpPr/>
          <p:nvPr/>
        </p:nvSpPr>
        <p:spPr>
          <a:xfrm rot="1920548">
            <a:off x="8225551" y="625274"/>
            <a:ext cx="501522" cy="425557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4" name="Google Shape;284;p4"/>
          <p:cNvSpPr/>
          <p:nvPr/>
        </p:nvSpPr>
        <p:spPr>
          <a:xfrm>
            <a:off x="346867" y="4064142"/>
            <a:ext cx="479681" cy="339217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5" name="Google Shape;285;p4"/>
          <p:cNvSpPr/>
          <p:nvPr/>
        </p:nvSpPr>
        <p:spPr>
          <a:xfrm rot="-5400000">
            <a:off x="7996280" y="316930"/>
            <a:ext cx="279906" cy="357966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6" name="Google Shape;286;p4"/>
          <p:cNvSpPr/>
          <p:nvPr/>
        </p:nvSpPr>
        <p:spPr>
          <a:xfrm>
            <a:off x="8801760" y="790271"/>
            <a:ext cx="377708" cy="426638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7" name="Google Shape;287;p4"/>
          <p:cNvSpPr/>
          <p:nvPr/>
        </p:nvSpPr>
        <p:spPr>
          <a:xfrm>
            <a:off x="258963" y="4957957"/>
            <a:ext cx="386048" cy="258065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8" name="Google Shape;288;p4"/>
          <p:cNvSpPr/>
          <p:nvPr/>
        </p:nvSpPr>
        <p:spPr>
          <a:xfrm>
            <a:off x="8699345" y="1151407"/>
            <a:ext cx="174842" cy="187322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289" name="Google Shape;289;p4"/>
          <p:cNvSpPr txBox="1">
            <a:spLocks noGrp="1"/>
          </p:cNvSpPr>
          <p:nvPr>
            <p:ph type="sldNum" idx="12"/>
          </p:nvPr>
        </p:nvSpPr>
        <p:spPr>
          <a:xfrm>
            <a:off x="4297650" y="4853299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/>
            </a:lvl1pPr>
            <a:lvl2pPr lvl="1" algn="ctr" rtl="0">
              <a:buNone/>
              <a:defRPr/>
            </a:lvl2pPr>
            <a:lvl3pPr lvl="2" algn="ctr" rtl="0">
              <a:buNone/>
              <a:defRPr/>
            </a:lvl3pPr>
            <a:lvl4pPr lvl="3" algn="ctr" rtl="0">
              <a:buNone/>
              <a:defRPr/>
            </a:lvl4pPr>
            <a:lvl5pPr lvl="4" algn="ctr" rtl="0">
              <a:buNone/>
              <a:defRPr/>
            </a:lvl5pPr>
            <a:lvl6pPr lvl="5" algn="ctr" rtl="0">
              <a:buNone/>
              <a:defRPr/>
            </a:lvl6pPr>
            <a:lvl7pPr lvl="6" algn="ctr" rtl="0">
              <a:buNone/>
              <a:defRPr/>
            </a:lvl7pPr>
            <a:lvl8pPr lvl="7" algn="ctr" rtl="0">
              <a:buNone/>
              <a:defRPr/>
            </a:lvl8pPr>
            <a:lvl9pPr lvl="8" algn="ctr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5"/>
          <p:cNvSpPr txBox="1">
            <a:spLocks noGrp="1"/>
          </p:cNvSpPr>
          <p:nvPr>
            <p:ph type="body" idx="1"/>
          </p:nvPr>
        </p:nvSpPr>
        <p:spPr>
          <a:xfrm>
            <a:off x="747925" y="1302837"/>
            <a:ext cx="61404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7350">
              <a:spcBef>
                <a:spcPts val="600"/>
              </a:spcBef>
              <a:spcAft>
                <a:spcPts val="0"/>
              </a:spcAft>
              <a:buSzPts val="2500"/>
              <a:buChar char="✘"/>
              <a:defRPr sz="25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✗"/>
              <a:defRPr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grpSp>
        <p:nvGrpSpPr>
          <p:cNvPr id="293" name="Google Shape;293;p5"/>
          <p:cNvGrpSpPr/>
          <p:nvPr/>
        </p:nvGrpSpPr>
        <p:grpSpPr>
          <a:xfrm>
            <a:off x="7442902" y="-91154"/>
            <a:ext cx="1796289" cy="5330574"/>
            <a:chOff x="6023725" y="842300"/>
            <a:chExt cx="1358150" cy="4030375"/>
          </a:xfrm>
        </p:grpSpPr>
        <p:sp>
          <p:nvSpPr>
            <p:cNvPr id="294" name="Google Shape;294;p5"/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95" name="Google Shape;295;p5"/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96" name="Google Shape;296;p5"/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97" name="Google Shape;297;p5"/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98" name="Google Shape;298;p5"/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299" name="Google Shape;299;p5"/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0" name="Google Shape;300;p5"/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1" name="Google Shape;301;p5"/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2" name="Google Shape;302;p5"/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3" name="Google Shape;303;p5"/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4" name="Google Shape;304;p5"/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5" name="Google Shape;305;p5"/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6" name="Google Shape;306;p5"/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7" name="Google Shape;307;p5"/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8" name="Google Shape;308;p5"/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09" name="Google Shape;309;p5"/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0" name="Google Shape;310;p5"/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4C2F4"/>
                </a:solidFill>
              </a:endParaRPr>
            </a:p>
          </p:txBody>
        </p:sp>
      </p:grpSp>
      <p:cxnSp>
        <p:nvCxnSpPr>
          <p:cNvPr id="323" name="Google Shape;323;p5"/>
          <p:cNvCxnSpPr/>
          <p:nvPr/>
        </p:nvCxnSpPr>
        <p:spPr>
          <a:xfrm>
            <a:off x="850475" y="1031425"/>
            <a:ext cx="6037800" cy="0"/>
          </a:xfrm>
          <a:prstGeom prst="straightConnector1">
            <a:avLst/>
          </a:prstGeom>
          <a:noFill/>
          <a:ln w="19050" cap="rnd" cmpd="sng">
            <a:solidFill>
              <a:srgbClr val="A4C2F4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24" name="Google Shape;324;p5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6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6"/>
          <p:cNvSpPr txBox="1">
            <a:spLocks noGrp="1"/>
          </p:cNvSpPr>
          <p:nvPr>
            <p:ph type="body" idx="1"/>
          </p:nvPr>
        </p:nvSpPr>
        <p:spPr>
          <a:xfrm>
            <a:off x="747925" y="1363153"/>
            <a:ext cx="31590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>
              <a:spcBef>
                <a:spcPts val="600"/>
              </a:spcBef>
              <a:spcAft>
                <a:spcPts val="0"/>
              </a:spcAft>
              <a:buSzPts val="2200"/>
              <a:buChar char="✘"/>
              <a:defRPr sz="2200"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✗"/>
              <a:defRPr sz="2200"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  <p:sp>
        <p:nvSpPr>
          <p:cNvPr id="328" name="Google Shape;328;p6"/>
          <p:cNvSpPr txBox="1">
            <a:spLocks noGrp="1"/>
          </p:cNvSpPr>
          <p:nvPr>
            <p:ph type="body" idx="2"/>
          </p:nvPr>
        </p:nvSpPr>
        <p:spPr>
          <a:xfrm>
            <a:off x="4097098" y="1363153"/>
            <a:ext cx="3159000" cy="3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>
              <a:spcBef>
                <a:spcPts val="600"/>
              </a:spcBef>
              <a:spcAft>
                <a:spcPts val="0"/>
              </a:spcAft>
              <a:buSzPts val="2200"/>
              <a:buChar char="✘"/>
              <a:defRPr sz="2200"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✗"/>
              <a:defRPr sz="2200"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  <p:grpSp>
        <p:nvGrpSpPr>
          <p:cNvPr id="329" name="Google Shape;329;p6"/>
          <p:cNvGrpSpPr/>
          <p:nvPr/>
        </p:nvGrpSpPr>
        <p:grpSpPr>
          <a:xfrm>
            <a:off x="7442902" y="-91154"/>
            <a:ext cx="1796289" cy="5330574"/>
            <a:chOff x="6023725" y="842300"/>
            <a:chExt cx="1358150" cy="4030375"/>
          </a:xfrm>
        </p:grpSpPr>
        <p:sp>
          <p:nvSpPr>
            <p:cNvPr id="330" name="Google Shape;330;p6"/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6"/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6"/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6"/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6"/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6"/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6"/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6"/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6"/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6"/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6"/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6"/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6"/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6"/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6"/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6"/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6"/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6"/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6"/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6"/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6"/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6"/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6"/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6"/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6"/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6"/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6"/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6"/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6"/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59" name="Google Shape;359;p6"/>
          <p:cNvCxnSpPr/>
          <p:nvPr/>
        </p:nvCxnSpPr>
        <p:spPr>
          <a:xfrm>
            <a:off x="850475" y="1031425"/>
            <a:ext cx="6037800" cy="0"/>
          </a:xfrm>
          <a:prstGeom prst="straightConnector1">
            <a:avLst/>
          </a:prstGeom>
          <a:noFill/>
          <a:ln w="19050" cap="rnd" cmpd="sng">
            <a:solidFill>
              <a:srgbClr val="A4C2F4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60" name="Google Shape;360;p6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7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7"/>
          <p:cNvSpPr txBox="1">
            <a:spLocks noGrp="1"/>
          </p:cNvSpPr>
          <p:nvPr>
            <p:ph type="body" idx="1"/>
          </p:nvPr>
        </p:nvSpPr>
        <p:spPr>
          <a:xfrm>
            <a:off x="747925" y="1308875"/>
            <a:ext cx="2097900" cy="361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✘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✗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64" name="Google Shape;364;p7"/>
          <p:cNvSpPr txBox="1">
            <a:spLocks noGrp="1"/>
          </p:cNvSpPr>
          <p:nvPr>
            <p:ph type="body" idx="2"/>
          </p:nvPr>
        </p:nvSpPr>
        <p:spPr>
          <a:xfrm>
            <a:off x="2953087" y="1308875"/>
            <a:ext cx="2097900" cy="361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✘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✗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65" name="Google Shape;365;p7"/>
          <p:cNvSpPr txBox="1">
            <a:spLocks noGrp="1"/>
          </p:cNvSpPr>
          <p:nvPr>
            <p:ph type="body" idx="3"/>
          </p:nvPr>
        </p:nvSpPr>
        <p:spPr>
          <a:xfrm>
            <a:off x="5158248" y="1308875"/>
            <a:ext cx="2097900" cy="361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✘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✗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grpSp>
        <p:nvGrpSpPr>
          <p:cNvPr id="366" name="Google Shape;366;p7"/>
          <p:cNvGrpSpPr/>
          <p:nvPr/>
        </p:nvGrpSpPr>
        <p:grpSpPr>
          <a:xfrm>
            <a:off x="7442902" y="-91154"/>
            <a:ext cx="1796289" cy="5330574"/>
            <a:chOff x="6023725" y="842300"/>
            <a:chExt cx="1358150" cy="4030375"/>
          </a:xfrm>
        </p:grpSpPr>
        <p:sp>
          <p:nvSpPr>
            <p:cNvPr id="367" name="Google Shape;367;p7"/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7"/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7"/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7"/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7"/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7"/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7"/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7"/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7"/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7"/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7"/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7"/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7"/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7"/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7"/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7"/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7"/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7"/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7"/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7"/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7"/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7"/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7"/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7"/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7"/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7"/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7"/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7"/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7"/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96" name="Google Shape;396;p7"/>
          <p:cNvCxnSpPr/>
          <p:nvPr/>
        </p:nvCxnSpPr>
        <p:spPr>
          <a:xfrm>
            <a:off x="850475" y="1031425"/>
            <a:ext cx="6037800" cy="0"/>
          </a:xfrm>
          <a:prstGeom prst="straightConnector1">
            <a:avLst/>
          </a:prstGeom>
          <a:noFill/>
          <a:ln w="19050" cap="rnd" cmpd="sng">
            <a:solidFill>
              <a:srgbClr val="A4C2F4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97" name="Google Shape;397;p7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8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grpSp>
        <p:nvGrpSpPr>
          <p:cNvPr id="400" name="Google Shape;400;p8"/>
          <p:cNvGrpSpPr/>
          <p:nvPr/>
        </p:nvGrpSpPr>
        <p:grpSpPr>
          <a:xfrm>
            <a:off x="7442902" y="-91154"/>
            <a:ext cx="1796289" cy="5330574"/>
            <a:chOff x="6023725" y="842300"/>
            <a:chExt cx="1358150" cy="4030375"/>
          </a:xfrm>
        </p:grpSpPr>
        <p:sp>
          <p:nvSpPr>
            <p:cNvPr id="401" name="Google Shape;401;p8"/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8"/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8"/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8"/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8"/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8"/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8"/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8"/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8"/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8"/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8"/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8"/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8"/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8"/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8"/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8"/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8"/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8"/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8"/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8"/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8"/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8"/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8"/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8"/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30" name="Google Shape;430;p8"/>
          <p:cNvCxnSpPr/>
          <p:nvPr/>
        </p:nvCxnSpPr>
        <p:spPr>
          <a:xfrm>
            <a:off x="850475" y="1031425"/>
            <a:ext cx="6037800" cy="0"/>
          </a:xfrm>
          <a:prstGeom prst="straightConnector1">
            <a:avLst/>
          </a:prstGeom>
          <a:noFill/>
          <a:ln w="19050" cap="rnd" cmpd="sng">
            <a:solidFill>
              <a:srgbClr val="A4C2F4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31" name="Google Shape;431;p8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9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sp>
        <p:nvSpPr>
          <p:cNvPr id="434" name="Google Shape;434;p9"/>
          <p:cNvSpPr/>
          <p:nvPr/>
        </p:nvSpPr>
        <p:spPr>
          <a:xfrm>
            <a:off x="7302880" y="-294362"/>
            <a:ext cx="450550" cy="558734"/>
          </a:xfrm>
          <a:custGeom>
            <a:avLst/>
            <a:gdLst/>
            <a:ahLst/>
            <a:cxnLst/>
            <a:rect l="l" t="t" r="r" b="b"/>
            <a:pathLst>
              <a:path w="15884" h="19698" extrusionOk="0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35" name="Google Shape;435;p9"/>
          <p:cNvSpPr/>
          <p:nvPr/>
        </p:nvSpPr>
        <p:spPr>
          <a:xfrm>
            <a:off x="-35374" y="3366963"/>
            <a:ext cx="443260" cy="504670"/>
          </a:xfrm>
          <a:custGeom>
            <a:avLst/>
            <a:gdLst/>
            <a:ahLst/>
            <a:cxnLst/>
            <a:rect l="l" t="t" r="r" b="b"/>
            <a:pathLst>
              <a:path w="15627" h="17792" extrusionOk="0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36" name="Google Shape;436;p9"/>
          <p:cNvSpPr/>
          <p:nvPr/>
        </p:nvSpPr>
        <p:spPr>
          <a:xfrm>
            <a:off x="8817948" y="3439661"/>
            <a:ext cx="414157" cy="507762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37" name="Google Shape;437;p9"/>
          <p:cNvSpPr/>
          <p:nvPr/>
        </p:nvSpPr>
        <p:spPr>
          <a:xfrm>
            <a:off x="8742973" y="4166677"/>
            <a:ext cx="495281" cy="340238"/>
          </a:xfrm>
          <a:custGeom>
            <a:avLst/>
            <a:gdLst/>
            <a:ahLst/>
            <a:cxnLst/>
            <a:rect l="l" t="t" r="r" b="b"/>
            <a:pathLst>
              <a:path w="17461" h="11995" extrusionOk="0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38" name="Google Shape;438;p9"/>
          <p:cNvSpPr/>
          <p:nvPr/>
        </p:nvSpPr>
        <p:spPr>
          <a:xfrm>
            <a:off x="8360955" y="4506916"/>
            <a:ext cx="372518" cy="384998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39" name="Google Shape;439;p9"/>
          <p:cNvSpPr/>
          <p:nvPr/>
        </p:nvSpPr>
        <p:spPr>
          <a:xfrm>
            <a:off x="-77078" y="1488018"/>
            <a:ext cx="339602" cy="400617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40" name="Google Shape;440;p9"/>
          <p:cNvSpPr/>
          <p:nvPr/>
        </p:nvSpPr>
        <p:spPr>
          <a:xfrm>
            <a:off x="8052572" y="4825260"/>
            <a:ext cx="589992" cy="414129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41" name="Google Shape;441;p9"/>
          <p:cNvSpPr/>
          <p:nvPr/>
        </p:nvSpPr>
        <p:spPr>
          <a:xfrm>
            <a:off x="8052577" y="4132327"/>
            <a:ext cx="388118" cy="408938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42" name="Google Shape;442;p9"/>
          <p:cNvSpPr/>
          <p:nvPr/>
        </p:nvSpPr>
        <p:spPr>
          <a:xfrm>
            <a:off x="7430898" y="4873171"/>
            <a:ext cx="297606" cy="211234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43" name="Google Shape;443;p9"/>
          <p:cNvSpPr/>
          <p:nvPr/>
        </p:nvSpPr>
        <p:spPr>
          <a:xfrm>
            <a:off x="8749725" y="4950125"/>
            <a:ext cx="288245" cy="184202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44" name="Google Shape;444;p9"/>
          <p:cNvSpPr/>
          <p:nvPr/>
        </p:nvSpPr>
        <p:spPr>
          <a:xfrm>
            <a:off x="8522444" y="4000279"/>
            <a:ext cx="306966" cy="385027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45" name="Google Shape;445;p9"/>
          <p:cNvSpPr/>
          <p:nvPr/>
        </p:nvSpPr>
        <p:spPr>
          <a:xfrm>
            <a:off x="8829403" y="4583868"/>
            <a:ext cx="391238" cy="289295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46" name="Google Shape;446;p9"/>
          <p:cNvSpPr/>
          <p:nvPr/>
        </p:nvSpPr>
        <p:spPr>
          <a:xfrm>
            <a:off x="8963979" y="1338718"/>
            <a:ext cx="180033" cy="373539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47" name="Google Shape;447;p9"/>
          <p:cNvSpPr/>
          <p:nvPr/>
        </p:nvSpPr>
        <p:spPr>
          <a:xfrm rot="-2426120">
            <a:off x="7110132" y="4877011"/>
            <a:ext cx="279910" cy="357971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48" name="Google Shape;448;p9"/>
          <p:cNvSpPr/>
          <p:nvPr/>
        </p:nvSpPr>
        <p:spPr>
          <a:xfrm>
            <a:off x="7659648" y="4370196"/>
            <a:ext cx="377708" cy="426638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49" name="Google Shape;449;p9"/>
          <p:cNvSpPr/>
          <p:nvPr/>
        </p:nvSpPr>
        <p:spPr>
          <a:xfrm>
            <a:off x="8797588" y="3078732"/>
            <a:ext cx="386048" cy="258065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50" name="Google Shape;450;p9"/>
          <p:cNvSpPr/>
          <p:nvPr/>
        </p:nvSpPr>
        <p:spPr>
          <a:xfrm>
            <a:off x="7782420" y="4885132"/>
            <a:ext cx="174842" cy="187322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51" name="Google Shape;451;p9"/>
          <p:cNvSpPr/>
          <p:nvPr/>
        </p:nvSpPr>
        <p:spPr>
          <a:xfrm>
            <a:off x="346877" y="608615"/>
            <a:ext cx="210213" cy="458889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52" name="Google Shape;452;p9"/>
          <p:cNvSpPr/>
          <p:nvPr/>
        </p:nvSpPr>
        <p:spPr>
          <a:xfrm>
            <a:off x="645010" y="355961"/>
            <a:ext cx="414157" cy="507762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53" name="Google Shape;453;p9"/>
          <p:cNvSpPr/>
          <p:nvPr/>
        </p:nvSpPr>
        <p:spPr>
          <a:xfrm>
            <a:off x="8318810" y="-29822"/>
            <a:ext cx="456818" cy="425588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54" name="Google Shape;454;p9"/>
          <p:cNvSpPr/>
          <p:nvPr/>
        </p:nvSpPr>
        <p:spPr>
          <a:xfrm>
            <a:off x="-8" y="1013366"/>
            <a:ext cx="372518" cy="384998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55" name="Google Shape;455;p9"/>
          <p:cNvSpPr/>
          <p:nvPr/>
        </p:nvSpPr>
        <p:spPr>
          <a:xfrm>
            <a:off x="8699356" y="179112"/>
            <a:ext cx="521292" cy="538992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56" name="Google Shape;456;p9"/>
          <p:cNvSpPr/>
          <p:nvPr/>
        </p:nvSpPr>
        <p:spPr>
          <a:xfrm>
            <a:off x="700454" y="4557600"/>
            <a:ext cx="504670" cy="400627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57" name="Google Shape;457;p9"/>
          <p:cNvSpPr/>
          <p:nvPr/>
        </p:nvSpPr>
        <p:spPr>
          <a:xfrm>
            <a:off x="258967" y="-86251"/>
            <a:ext cx="470320" cy="442210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58" name="Google Shape;458;p9"/>
          <p:cNvSpPr/>
          <p:nvPr/>
        </p:nvSpPr>
        <p:spPr>
          <a:xfrm>
            <a:off x="-35016" y="4075593"/>
            <a:ext cx="339602" cy="400617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59" name="Google Shape;459;p9"/>
          <p:cNvSpPr/>
          <p:nvPr/>
        </p:nvSpPr>
        <p:spPr>
          <a:xfrm>
            <a:off x="721258" y="4998019"/>
            <a:ext cx="463059" cy="177962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60" name="Google Shape;460;p9"/>
          <p:cNvSpPr/>
          <p:nvPr/>
        </p:nvSpPr>
        <p:spPr>
          <a:xfrm>
            <a:off x="-243128" y="54210"/>
            <a:ext cx="589992" cy="414129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61" name="Google Shape;461;p9"/>
          <p:cNvSpPr/>
          <p:nvPr/>
        </p:nvSpPr>
        <p:spPr>
          <a:xfrm>
            <a:off x="7842052" y="-100873"/>
            <a:ext cx="388118" cy="408938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62" name="Google Shape;462;p9"/>
          <p:cNvSpPr/>
          <p:nvPr/>
        </p:nvSpPr>
        <p:spPr>
          <a:xfrm>
            <a:off x="-38626" y="579046"/>
            <a:ext cx="297606" cy="211234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63" name="Google Shape;463;p9"/>
          <p:cNvSpPr/>
          <p:nvPr/>
        </p:nvSpPr>
        <p:spPr>
          <a:xfrm>
            <a:off x="1403775" y="11500"/>
            <a:ext cx="288245" cy="184202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64" name="Google Shape;464;p9"/>
          <p:cNvSpPr/>
          <p:nvPr/>
        </p:nvSpPr>
        <p:spPr>
          <a:xfrm>
            <a:off x="955990" y="-57166"/>
            <a:ext cx="323616" cy="321546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65" name="Google Shape;465;p9"/>
          <p:cNvSpPr/>
          <p:nvPr/>
        </p:nvSpPr>
        <p:spPr>
          <a:xfrm>
            <a:off x="1333294" y="4678454"/>
            <a:ext cx="306966" cy="385027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66" name="Google Shape;466;p9"/>
          <p:cNvSpPr/>
          <p:nvPr/>
        </p:nvSpPr>
        <p:spPr>
          <a:xfrm>
            <a:off x="91624" y="4552927"/>
            <a:ext cx="416228" cy="409988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67" name="Google Shape;467;p9"/>
          <p:cNvSpPr/>
          <p:nvPr/>
        </p:nvSpPr>
        <p:spPr>
          <a:xfrm>
            <a:off x="1525678" y="4911343"/>
            <a:ext cx="391238" cy="289295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68" name="Google Shape;468;p9"/>
          <p:cNvSpPr/>
          <p:nvPr/>
        </p:nvSpPr>
        <p:spPr>
          <a:xfrm>
            <a:off x="2704" y="4900231"/>
            <a:ext cx="180033" cy="373539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69" name="Google Shape;469;p9"/>
          <p:cNvSpPr/>
          <p:nvPr/>
        </p:nvSpPr>
        <p:spPr>
          <a:xfrm rot="1920548">
            <a:off x="8225551" y="625274"/>
            <a:ext cx="501522" cy="425557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70" name="Google Shape;470;p9"/>
          <p:cNvSpPr/>
          <p:nvPr/>
        </p:nvSpPr>
        <p:spPr>
          <a:xfrm>
            <a:off x="346867" y="4064142"/>
            <a:ext cx="479681" cy="339217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71" name="Google Shape;471;p9"/>
          <p:cNvSpPr/>
          <p:nvPr/>
        </p:nvSpPr>
        <p:spPr>
          <a:xfrm rot="-5400000">
            <a:off x="7996280" y="316930"/>
            <a:ext cx="279906" cy="357966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72" name="Google Shape;472;p9"/>
          <p:cNvSpPr/>
          <p:nvPr/>
        </p:nvSpPr>
        <p:spPr>
          <a:xfrm>
            <a:off x="8801760" y="790271"/>
            <a:ext cx="377708" cy="426638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73" name="Google Shape;473;p9"/>
          <p:cNvSpPr/>
          <p:nvPr/>
        </p:nvSpPr>
        <p:spPr>
          <a:xfrm>
            <a:off x="258963" y="4957957"/>
            <a:ext cx="386048" cy="258065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74" name="Google Shape;474;p9"/>
          <p:cNvSpPr/>
          <p:nvPr/>
        </p:nvSpPr>
        <p:spPr>
          <a:xfrm>
            <a:off x="8699345" y="1151407"/>
            <a:ext cx="174842" cy="187322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75" name="Google Shape;475;p9"/>
          <p:cNvSpPr txBox="1">
            <a:spLocks noGrp="1"/>
          </p:cNvSpPr>
          <p:nvPr>
            <p:ph type="sldNum" idx="12"/>
          </p:nvPr>
        </p:nvSpPr>
        <p:spPr>
          <a:xfrm>
            <a:off x="4297650" y="4853299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/>
            </a:lvl1pPr>
            <a:lvl2pPr lvl="1" algn="ctr" rtl="0">
              <a:buNone/>
              <a:defRPr/>
            </a:lvl2pPr>
            <a:lvl3pPr lvl="2" algn="ctr" rtl="0">
              <a:buNone/>
              <a:defRPr/>
            </a:lvl3pPr>
            <a:lvl4pPr lvl="3" algn="ctr" rtl="0">
              <a:buNone/>
              <a:defRPr/>
            </a:lvl4pPr>
            <a:lvl5pPr lvl="4" algn="ctr" rtl="0">
              <a:buNone/>
              <a:defRPr/>
            </a:lvl5pPr>
            <a:lvl6pPr lvl="5" algn="ctr" rtl="0">
              <a:buNone/>
              <a:defRPr/>
            </a:lvl6pPr>
            <a:lvl7pPr lvl="6" algn="ctr" rtl="0">
              <a:buNone/>
              <a:defRPr/>
            </a:lvl7pPr>
            <a:lvl8pPr lvl="7" algn="ctr" rtl="0">
              <a:buNone/>
              <a:defRPr/>
            </a:lvl8pPr>
            <a:lvl9pPr lvl="8" algn="ctr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0"/>
          <p:cNvSpPr/>
          <p:nvPr/>
        </p:nvSpPr>
        <p:spPr>
          <a:xfrm>
            <a:off x="7302880" y="-294362"/>
            <a:ext cx="450550" cy="558734"/>
          </a:xfrm>
          <a:custGeom>
            <a:avLst/>
            <a:gdLst/>
            <a:ahLst/>
            <a:cxnLst/>
            <a:rect l="l" t="t" r="r" b="b"/>
            <a:pathLst>
              <a:path w="15884" h="19698" extrusionOk="0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78" name="Google Shape;478;p10"/>
          <p:cNvSpPr/>
          <p:nvPr/>
        </p:nvSpPr>
        <p:spPr>
          <a:xfrm>
            <a:off x="-35374" y="3366963"/>
            <a:ext cx="443260" cy="504670"/>
          </a:xfrm>
          <a:custGeom>
            <a:avLst/>
            <a:gdLst/>
            <a:ahLst/>
            <a:cxnLst/>
            <a:rect l="l" t="t" r="r" b="b"/>
            <a:pathLst>
              <a:path w="15627" h="17792" extrusionOk="0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8817948" y="3439661"/>
            <a:ext cx="414157" cy="507762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0" name="Google Shape;480;p10"/>
          <p:cNvSpPr/>
          <p:nvPr/>
        </p:nvSpPr>
        <p:spPr>
          <a:xfrm>
            <a:off x="8742973" y="4166677"/>
            <a:ext cx="495281" cy="340238"/>
          </a:xfrm>
          <a:custGeom>
            <a:avLst/>
            <a:gdLst/>
            <a:ahLst/>
            <a:cxnLst/>
            <a:rect l="l" t="t" r="r" b="b"/>
            <a:pathLst>
              <a:path w="17461" h="11995" extrusionOk="0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1" name="Google Shape;481;p10"/>
          <p:cNvSpPr/>
          <p:nvPr/>
        </p:nvSpPr>
        <p:spPr>
          <a:xfrm>
            <a:off x="8360955" y="4506916"/>
            <a:ext cx="372518" cy="384998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2" name="Google Shape;482;p10"/>
          <p:cNvSpPr/>
          <p:nvPr/>
        </p:nvSpPr>
        <p:spPr>
          <a:xfrm>
            <a:off x="-77078" y="1488018"/>
            <a:ext cx="339602" cy="400617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3" name="Google Shape;483;p10"/>
          <p:cNvSpPr/>
          <p:nvPr/>
        </p:nvSpPr>
        <p:spPr>
          <a:xfrm>
            <a:off x="8052572" y="4825260"/>
            <a:ext cx="589992" cy="414129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4" name="Google Shape;484;p10"/>
          <p:cNvSpPr/>
          <p:nvPr/>
        </p:nvSpPr>
        <p:spPr>
          <a:xfrm>
            <a:off x="8052577" y="4132327"/>
            <a:ext cx="388118" cy="408938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5" name="Google Shape;485;p10"/>
          <p:cNvSpPr/>
          <p:nvPr/>
        </p:nvSpPr>
        <p:spPr>
          <a:xfrm>
            <a:off x="7430898" y="4873171"/>
            <a:ext cx="297606" cy="211234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6" name="Google Shape;486;p10"/>
          <p:cNvSpPr/>
          <p:nvPr/>
        </p:nvSpPr>
        <p:spPr>
          <a:xfrm>
            <a:off x="8749725" y="4950125"/>
            <a:ext cx="288245" cy="184202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7" name="Google Shape;487;p10"/>
          <p:cNvSpPr/>
          <p:nvPr/>
        </p:nvSpPr>
        <p:spPr>
          <a:xfrm>
            <a:off x="8522444" y="4000279"/>
            <a:ext cx="306966" cy="385027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8" name="Google Shape;488;p10"/>
          <p:cNvSpPr/>
          <p:nvPr/>
        </p:nvSpPr>
        <p:spPr>
          <a:xfrm>
            <a:off x="8829403" y="4583868"/>
            <a:ext cx="391238" cy="289295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89" name="Google Shape;489;p10"/>
          <p:cNvSpPr/>
          <p:nvPr/>
        </p:nvSpPr>
        <p:spPr>
          <a:xfrm>
            <a:off x="8963979" y="1338718"/>
            <a:ext cx="180033" cy="373539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0" name="Google Shape;490;p10"/>
          <p:cNvSpPr/>
          <p:nvPr/>
        </p:nvSpPr>
        <p:spPr>
          <a:xfrm rot="-2426120">
            <a:off x="7110132" y="4877011"/>
            <a:ext cx="279910" cy="357971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1" name="Google Shape;491;p10"/>
          <p:cNvSpPr/>
          <p:nvPr/>
        </p:nvSpPr>
        <p:spPr>
          <a:xfrm>
            <a:off x="7659648" y="4370196"/>
            <a:ext cx="377708" cy="426638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2" name="Google Shape;492;p10"/>
          <p:cNvSpPr/>
          <p:nvPr/>
        </p:nvSpPr>
        <p:spPr>
          <a:xfrm>
            <a:off x="8797588" y="3078732"/>
            <a:ext cx="386048" cy="258065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3" name="Google Shape;493;p10"/>
          <p:cNvSpPr/>
          <p:nvPr/>
        </p:nvSpPr>
        <p:spPr>
          <a:xfrm>
            <a:off x="7782420" y="4885132"/>
            <a:ext cx="174842" cy="187322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4" name="Google Shape;494;p10"/>
          <p:cNvSpPr/>
          <p:nvPr/>
        </p:nvSpPr>
        <p:spPr>
          <a:xfrm>
            <a:off x="346877" y="608615"/>
            <a:ext cx="210213" cy="458889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5" name="Google Shape;495;p10"/>
          <p:cNvSpPr/>
          <p:nvPr/>
        </p:nvSpPr>
        <p:spPr>
          <a:xfrm>
            <a:off x="645010" y="355961"/>
            <a:ext cx="414157" cy="507762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6" name="Google Shape;496;p10"/>
          <p:cNvSpPr/>
          <p:nvPr/>
        </p:nvSpPr>
        <p:spPr>
          <a:xfrm>
            <a:off x="8318810" y="-29822"/>
            <a:ext cx="456818" cy="425588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-8" y="1013366"/>
            <a:ext cx="372518" cy="384998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8" name="Google Shape;498;p10"/>
          <p:cNvSpPr/>
          <p:nvPr/>
        </p:nvSpPr>
        <p:spPr>
          <a:xfrm>
            <a:off x="8699356" y="179112"/>
            <a:ext cx="521292" cy="538992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499" name="Google Shape;499;p10"/>
          <p:cNvSpPr/>
          <p:nvPr/>
        </p:nvSpPr>
        <p:spPr>
          <a:xfrm>
            <a:off x="700454" y="4557600"/>
            <a:ext cx="504670" cy="400627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0" name="Google Shape;500;p10"/>
          <p:cNvSpPr/>
          <p:nvPr/>
        </p:nvSpPr>
        <p:spPr>
          <a:xfrm>
            <a:off x="258967" y="-86251"/>
            <a:ext cx="470320" cy="442210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1" name="Google Shape;501;p10"/>
          <p:cNvSpPr/>
          <p:nvPr/>
        </p:nvSpPr>
        <p:spPr>
          <a:xfrm>
            <a:off x="-35016" y="4075593"/>
            <a:ext cx="339602" cy="400617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2" name="Google Shape;502;p10"/>
          <p:cNvSpPr/>
          <p:nvPr/>
        </p:nvSpPr>
        <p:spPr>
          <a:xfrm>
            <a:off x="721258" y="4998019"/>
            <a:ext cx="463059" cy="177962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-243128" y="54210"/>
            <a:ext cx="589992" cy="414129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4" name="Google Shape;504;p10"/>
          <p:cNvSpPr/>
          <p:nvPr/>
        </p:nvSpPr>
        <p:spPr>
          <a:xfrm>
            <a:off x="7842052" y="-100873"/>
            <a:ext cx="388118" cy="408938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5" name="Google Shape;505;p10"/>
          <p:cNvSpPr/>
          <p:nvPr/>
        </p:nvSpPr>
        <p:spPr>
          <a:xfrm>
            <a:off x="-38626" y="579046"/>
            <a:ext cx="297606" cy="211234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6" name="Google Shape;506;p10"/>
          <p:cNvSpPr/>
          <p:nvPr/>
        </p:nvSpPr>
        <p:spPr>
          <a:xfrm>
            <a:off x="1403775" y="11500"/>
            <a:ext cx="288245" cy="184202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7" name="Google Shape;507;p10"/>
          <p:cNvSpPr/>
          <p:nvPr/>
        </p:nvSpPr>
        <p:spPr>
          <a:xfrm>
            <a:off x="955990" y="-57166"/>
            <a:ext cx="323616" cy="321546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8" name="Google Shape;508;p10"/>
          <p:cNvSpPr/>
          <p:nvPr/>
        </p:nvSpPr>
        <p:spPr>
          <a:xfrm>
            <a:off x="1333294" y="4678454"/>
            <a:ext cx="306966" cy="385027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09" name="Google Shape;509;p10"/>
          <p:cNvSpPr/>
          <p:nvPr/>
        </p:nvSpPr>
        <p:spPr>
          <a:xfrm>
            <a:off x="91624" y="4552927"/>
            <a:ext cx="416228" cy="409988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0" name="Google Shape;510;p10"/>
          <p:cNvSpPr/>
          <p:nvPr/>
        </p:nvSpPr>
        <p:spPr>
          <a:xfrm>
            <a:off x="1525678" y="4911343"/>
            <a:ext cx="391238" cy="289295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1" name="Google Shape;511;p10"/>
          <p:cNvSpPr/>
          <p:nvPr/>
        </p:nvSpPr>
        <p:spPr>
          <a:xfrm>
            <a:off x="2704" y="4900231"/>
            <a:ext cx="180033" cy="373539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2" name="Google Shape;512;p10"/>
          <p:cNvSpPr/>
          <p:nvPr/>
        </p:nvSpPr>
        <p:spPr>
          <a:xfrm rot="1920548">
            <a:off x="8225551" y="625274"/>
            <a:ext cx="501522" cy="425557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3" name="Google Shape;513;p10"/>
          <p:cNvSpPr/>
          <p:nvPr/>
        </p:nvSpPr>
        <p:spPr>
          <a:xfrm>
            <a:off x="346867" y="4064142"/>
            <a:ext cx="479681" cy="339217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4" name="Google Shape;514;p10"/>
          <p:cNvSpPr/>
          <p:nvPr/>
        </p:nvSpPr>
        <p:spPr>
          <a:xfrm rot="-5400000">
            <a:off x="7996280" y="316930"/>
            <a:ext cx="279906" cy="357966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5" name="Google Shape;515;p10"/>
          <p:cNvSpPr/>
          <p:nvPr/>
        </p:nvSpPr>
        <p:spPr>
          <a:xfrm>
            <a:off x="8801760" y="790271"/>
            <a:ext cx="377708" cy="426638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6" name="Google Shape;516;p10"/>
          <p:cNvSpPr/>
          <p:nvPr/>
        </p:nvSpPr>
        <p:spPr>
          <a:xfrm>
            <a:off x="258963" y="4957957"/>
            <a:ext cx="386048" cy="258065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7" name="Google Shape;517;p10"/>
          <p:cNvSpPr/>
          <p:nvPr/>
        </p:nvSpPr>
        <p:spPr>
          <a:xfrm>
            <a:off x="8699345" y="1151407"/>
            <a:ext cx="174842" cy="187322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A4C2F4"/>
              </a:solidFill>
            </a:endParaRPr>
          </a:p>
        </p:txBody>
      </p:sp>
      <p:sp>
        <p:nvSpPr>
          <p:cNvPr id="518" name="Google Shape;518;p10"/>
          <p:cNvSpPr txBox="1">
            <a:spLocks noGrp="1"/>
          </p:cNvSpPr>
          <p:nvPr>
            <p:ph type="sldNum" idx="12"/>
          </p:nvPr>
        </p:nvSpPr>
        <p:spPr>
          <a:xfrm>
            <a:off x="4297650" y="4853299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/>
            </a:lvl1pPr>
            <a:lvl2pPr lvl="1" algn="ctr" rtl="0">
              <a:buNone/>
              <a:defRPr/>
            </a:lvl2pPr>
            <a:lvl3pPr lvl="2" algn="ctr" rtl="0">
              <a:buNone/>
              <a:defRPr/>
            </a:lvl3pPr>
            <a:lvl4pPr lvl="3" algn="ctr" rtl="0">
              <a:buNone/>
              <a:defRPr/>
            </a:lvl4pPr>
            <a:lvl5pPr lvl="4" algn="ctr" rtl="0">
              <a:buNone/>
              <a:defRPr/>
            </a:lvl5pPr>
            <a:lvl6pPr lvl="5" algn="ctr" rtl="0">
              <a:buNone/>
              <a:defRPr/>
            </a:lvl6pPr>
            <a:lvl7pPr lvl="6" algn="ctr" rtl="0">
              <a:buNone/>
              <a:defRPr/>
            </a:lvl7pPr>
            <a:lvl8pPr lvl="7" algn="ctr" rtl="0">
              <a:buNone/>
              <a:defRPr/>
            </a:lvl8pPr>
            <a:lvl9pPr lvl="8" algn="ctr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>
  <p:cSld name="BLANK_1"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1"/>
          <p:cNvSpPr txBox="1">
            <a:spLocks noGrp="1"/>
          </p:cNvSpPr>
          <p:nvPr>
            <p:ph type="sldNum" idx="12"/>
          </p:nvPr>
        </p:nvSpPr>
        <p:spPr>
          <a:xfrm>
            <a:off x="4297650" y="4853299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/>
            </a:lvl1pPr>
            <a:lvl2pPr lvl="1" algn="ctr" rtl="0">
              <a:buNone/>
              <a:defRPr/>
            </a:lvl2pPr>
            <a:lvl3pPr lvl="2" algn="ctr" rtl="0">
              <a:buNone/>
              <a:defRPr/>
            </a:lvl3pPr>
            <a:lvl4pPr lvl="3" algn="ctr" rtl="0">
              <a:buNone/>
              <a:defRPr/>
            </a:lvl4pPr>
            <a:lvl5pPr lvl="4" algn="ctr" rtl="0">
              <a:buNone/>
              <a:defRPr/>
            </a:lvl5pPr>
            <a:lvl6pPr lvl="5" algn="ctr" rtl="0">
              <a:buNone/>
              <a:defRPr/>
            </a:lvl6pPr>
            <a:lvl7pPr lvl="6" algn="ctr" rtl="0">
              <a:buNone/>
              <a:defRPr/>
            </a:lvl7pPr>
            <a:lvl8pPr lvl="7" algn="ctr" rtl="0">
              <a:buNone/>
              <a:defRPr/>
            </a:lvl8pPr>
            <a:lvl9pPr lvl="8" algn="ctr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6" y="-23"/>
            <a:ext cx="9143797" cy="5143378"/>
            <a:chOff x="239950" y="872550"/>
            <a:chExt cx="7042900" cy="3961625"/>
          </a:xfrm>
        </p:grpSpPr>
        <p:sp>
          <p:nvSpPr>
            <p:cNvPr id="7" name="Google Shape;7;p1"/>
            <p:cNvSpPr/>
            <p:nvPr/>
          </p:nvSpPr>
          <p:spPr>
            <a:xfrm>
              <a:off x="239950" y="872550"/>
              <a:ext cx="7042900" cy="3961625"/>
            </a:xfrm>
            <a:custGeom>
              <a:avLst/>
              <a:gdLst/>
              <a:ahLst/>
              <a:cxnLst/>
              <a:rect l="l" t="t" r="r" b="b"/>
              <a:pathLst>
                <a:path w="281716" h="158465" fill="none" extrusionOk="0">
                  <a:moveTo>
                    <a:pt x="0" y="0"/>
                  </a:moveTo>
                  <a:lnTo>
                    <a:pt x="281715" y="0"/>
                  </a:lnTo>
                  <a:lnTo>
                    <a:pt x="281715" y="158464"/>
                  </a:lnTo>
                  <a:lnTo>
                    <a:pt x="0" y="15846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239950" y="47617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239950" y="46901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;p1"/>
            <p:cNvSpPr/>
            <p:nvPr/>
          </p:nvSpPr>
          <p:spPr>
            <a:xfrm>
              <a:off x="239950" y="46177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239950" y="45462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239950" y="44737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239950" y="44022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239950" y="43297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239950" y="42582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239950" y="41858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39950" y="41142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239950" y="40418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239950" y="39693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239950" y="38978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239950" y="38254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239950" y="37538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239950" y="36814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239950" y="36099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239950" y="35374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239950" y="34659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239950" y="33934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239950" y="33219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239950" y="32495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239950" y="31770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239950" y="31055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239950" y="3033100"/>
              <a:ext cx="7042900" cy="0"/>
            </a:xfrm>
            <a:custGeom>
              <a:avLst/>
              <a:gdLst/>
              <a:ahLst/>
              <a:cxnLst/>
              <a:rect l="l" t="t" r="r" b="b"/>
              <a:pathLst>
                <a:path w="281716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239950" y="29615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239950" y="28891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239950" y="28175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239950" y="27451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239950" y="26736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239950" y="26011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239950" y="25296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239950" y="24572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239950" y="23847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239950" y="23132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1"/>
            <p:cNvSpPr/>
            <p:nvPr/>
          </p:nvSpPr>
          <p:spPr>
            <a:xfrm>
              <a:off x="239950" y="22407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1"/>
            <p:cNvSpPr/>
            <p:nvPr/>
          </p:nvSpPr>
          <p:spPr>
            <a:xfrm>
              <a:off x="239950" y="21692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1"/>
            <p:cNvSpPr/>
            <p:nvPr/>
          </p:nvSpPr>
          <p:spPr>
            <a:xfrm>
              <a:off x="239950" y="20968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1"/>
            <p:cNvSpPr/>
            <p:nvPr/>
          </p:nvSpPr>
          <p:spPr>
            <a:xfrm>
              <a:off x="239950" y="20252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1"/>
            <p:cNvSpPr/>
            <p:nvPr/>
          </p:nvSpPr>
          <p:spPr>
            <a:xfrm>
              <a:off x="239950" y="19528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239950" y="18813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239950" y="18088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239950" y="17373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239950" y="16648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239950" y="15924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239950" y="15209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239950" y="14484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1"/>
            <p:cNvSpPr/>
            <p:nvPr/>
          </p:nvSpPr>
          <p:spPr>
            <a:xfrm>
              <a:off x="239950" y="13769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239950" y="13044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239950" y="12329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239950" y="11605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239950" y="10889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239950" y="10165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239950" y="9450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7210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7137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7064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6992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69196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6847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6774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6702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6628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65565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6484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6411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6339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62667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6193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6120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6048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59760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59036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5830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5757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5685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56129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55404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54680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5394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53222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52497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51773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5104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5032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49590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48866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48141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4741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4669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4596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45234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44510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4378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4306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4233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41603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4087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4015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39429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38705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3798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3724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3652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3579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"/>
            <p:cNvSpPr/>
            <p:nvPr/>
          </p:nvSpPr>
          <p:spPr>
            <a:xfrm>
              <a:off x="3507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3434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3362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3289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3216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3144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3071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2999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29259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28535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2781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2708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2636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"/>
            <p:cNvSpPr/>
            <p:nvPr/>
          </p:nvSpPr>
          <p:spPr>
            <a:xfrm>
              <a:off x="25637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2490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"/>
            <p:cNvSpPr/>
            <p:nvPr/>
          </p:nvSpPr>
          <p:spPr>
            <a:xfrm>
              <a:off x="2417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2345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22730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2200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2128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2054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1982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19098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18374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1764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1692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1619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15467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14742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1401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1329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12560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1183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1111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1038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966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893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8204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747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75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03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530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4582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384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312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8" name="Google Shape;158;p1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7917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niglet"/>
              <a:buNone/>
              <a:defRPr sz="18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endParaRPr/>
          </a:p>
        </p:txBody>
      </p:sp>
      <p:sp>
        <p:nvSpPr>
          <p:cNvPr id="159" name="Google Shape;159;p1"/>
          <p:cNvSpPr txBox="1">
            <a:spLocks noGrp="1"/>
          </p:cNvSpPr>
          <p:nvPr>
            <p:ph type="body" idx="1"/>
          </p:nvPr>
        </p:nvSpPr>
        <p:spPr>
          <a:xfrm>
            <a:off x="747925" y="1314900"/>
            <a:ext cx="6791700" cy="3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37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Dosis"/>
              <a:buChar char="✘"/>
              <a:defRPr sz="26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osis"/>
              <a:buChar char="✗"/>
              <a:defRPr sz="20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osis"/>
              <a:buChar char="■"/>
              <a:defRPr sz="20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sis"/>
              <a:buChar char="●"/>
              <a:defRPr sz="18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sis"/>
              <a:buChar char="○"/>
              <a:defRPr sz="18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sis"/>
              <a:buChar char="■"/>
              <a:defRPr sz="18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sis"/>
              <a:buChar char="●"/>
              <a:defRPr sz="18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sis"/>
              <a:buChar char="○"/>
              <a:defRPr sz="18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osis"/>
              <a:buChar char="■"/>
              <a:defRPr sz="18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  <p:sp>
        <p:nvSpPr>
          <p:cNvPr id="160" name="Google Shape;160;p1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2"/>
          <p:cNvSpPr txBox="1">
            <a:spLocks noGrp="1"/>
          </p:cNvSpPr>
          <p:nvPr>
            <p:ph type="ctrTitle"/>
          </p:nvPr>
        </p:nvSpPr>
        <p:spPr>
          <a:xfrm>
            <a:off x="2305100" y="1235867"/>
            <a:ext cx="6153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Unlocking Airbnb</a:t>
            </a:r>
            <a:br>
              <a:rPr lang="en" dirty="0"/>
            </a:br>
            <a:r>
              <a:rPr lang="en" sz="1200" dirty="0"/>
              <a:t>Patrick Kim</a:t>
            </a:r>
            <a:endParaRPr dirty="0"/>
          </a:p>
        </p:txBody>
      </p:sp>
      <p:sp>
        <p:nvSpPr>
          <p:cNvPr id="526" name="Google Shape;526;p12"/>
          <p:cNvSpPr/>
          <p:nvPr/>
        </p:nvSpPr>
        <p:spPr>
          <a:xfrm>
            <a:off x="2931164" y="1332836"/>
            <a:ext cx="613436" cy="816251"/>
          </a:xfrm>
          <a:custGeom>
            <a:avLst/>
            <a:gdLst/>
            <a:ahLst/>
            <a:cxnLst/>
            <a:rect l="l" t="t" r="r" b="b"/>
            <a:pathLst>
              <a:path w="12289" h="16352" extrusionOk="0">
                <a:moveTo>
                  <a:pt x="6303" y="3991"/>
                </a:moveTo>
                <a:lnTo>
                  <a:pt x="6546" y="4015"/>
                </a:lnTo>
                <a:lnTo>
                  <a:pt x="6789" y="4064"/>
                </a:lnTo>
                <a:lnTo>
                  <a:pt x="7008" y="4137"/>
                </a:lnTo>
                <a:lnTo>
                  <a:pt x="7252" y="4234"/>
                </a:lnTo>
                <a:lnTo>
                  <a:pt x="7446" y="4356"/>
                </a:lnTo>
                <a:lnTo>
                  <a:pt x="7665" y="4502"/>
                </a:lnTo>
                <a:lnTo>
                  <a:pt x="7836" y="4672"/>
                </a:lnTo>
                <a:lnTo>
                  <a:pt x="8030" y="4842"/>
                </a:lnTo>
                <a:lnTo>
                  <a:pt x="8176" y="5037"/>
                </a:lnTo>
                <a:lnTo>
                  <a:pt x="8322" y="5256"/>
                </a:lnTo>
                <a:lnTo>
                  <a:pt x="8468" y="5475"/>
                </a:lnTo>
                <a:lnTo>
                  <a:pt x="8566" y="5718"/>
                </a:lnTo>
                <a:lnTo>
                  <a:pt x="8639" y="5986"/>
                </a:lnTo>
                <a:lnTo>
                  <a:pt x="8712" y="6229"/>
                </a:lnTo>
                <a:lnTo>
                  <a:pt x="8736" y="6473"/>
                </a:lnTo>
                <a:lnTo>
                  <a:pt x="8712" y="6716"/>
                </a:lnTo>
                <a:lnTo>
                  <a:pt x="8687" y="6959"/>
                </a:lnTo>
                <a:lnTo>
                  <a:pt x="8639" y="7178"/>
                </a:lnTo>
                <a:lnTo>
                  <a:pt x="8541" y="7397"/>
                </a:lnTo>
                <a:lnTo>
                  <a:pt x="8444" y="7592"/>
                </a:lnTo>
                <a:lnTo>
                  <a:pt x="8322" y="7787"/>
                </a:lnTo>
                <a:lnTo>
                  <a:pt x="8152" y="7981"/>
                </a:lnTo>
                <a:lnTo>
                  <a:pt x="7982" y="8152"/>
                </a:lnTo>
                <a:lnTo>
                  <a:pt x="7811" y="8298"/>
                </a:lnTo>
                <a:lnTo>
                  <a:pt x="7592" y="8419"/>
                </a:lnTo>
                <a:lnTo>
                  <a:pt x="7373" y="8517"/>
                </a:lnTo>
                <a:lnTo>
                  <a:pt x="7130" y="8614"/>
                </a:lnTo>
                <a:lnTo>
                  <a:pt x="6887" y="8687"/>
                </a:lnTo>
                <a:lnTo>
                  <a:pt x="6668" y="8711"/>
                </a:lnTo>
                <a:lnTo>
                  <a:pt x="6424" y="8736"/>
                </a:lnTo>
                <a:lnTo>
                  <a:pt x="6205" y="8736"/>
                </a:lnTo>
                <a:lnTo>
                  <a:pt x="5986" y="8711"/>
                </a:lnTo>
                <a:lnTo>
                  <a:pt x="5743" y="8663"/>
                </a:lnTo>
                <a:lnTo>
                  <a:pt x="5524" y="8614"/>
                </a:lnTo>
                <a:lnTo>
                  <a:pt x="5305" y="8541"/>
                </a:lnTo>
                <a:lnTo>
                  <a:pt x="5110" y="8444"/>
                </a:lnTo>
                <a:lnTo>
                  <a:pt x="4891" y="8346"/>
                </a:lnTo>
                <a:lnTo>
                  <a:pt x="4697" y="8225"/>
                </a:lnTo>
                <a:lnTo>
                  <a:pt x="4502" y="8103"/>
                </a:lnTo>
                <a:lnTo>
                  <a:pt x="4332" y="7957"/>
                </a:lnTo>
                <a:lnTo>
                  <a:pt x="4186" y="7787"/>
                </a:lnTo>
                <a:lnTo>
                  <a:pt x="4015" y="7616"/>
                </a:lnTo>
                <a:lnTo>
                  <a:pt x="3894" y="7446"/>
                </a:lnTo>
                <a:lnTo>
                  <a:pt x="3772" y="7251"/>
                </a:lnTo>
                <a:lnTo>
                  <a:pt x="3723" y="7105"/>
                </a:lnTo>
                <a:lnTo>
                  <a:pt x="3650" y="6935"/>
                </a:lnTo>
                <a:lnTo>
                  <a:pt x="3602" y="6643"/>
                </a:lnTo>
                <a:lnTo>
                  <a:pt x="3577" y="6327"/>
                </a:lnTo>
                <a:lnTo>
                  <a:pt x="3602" y="6010"/>
                </a:lnTo>
                <a:lnTo>
                  <a:pt x="3699" y="5718"/>
                </a:lnTo>
                <a:lnTo>
                  <a:pt x="3821" y="5426"/>
                </a:lnTo>
                <a:lnTo>
                  <a:pt x="3967" y="5134"/>
                </a:lnTo>
                <a:lnTo>
                  <a:pt x="4161" y="4891"/>
                </a:lnTo>
                <a:lnTo>
                  <a:pt x="4332" y="4696"/>
                </a:lnTo>
                <a:lnTo>
                  <a:pt x="4551" y="4502"/>
                </a:lnTo>
                <a:lnTo>
                  <a:pt x="4794" y="4356"/>
                </a:lnTo>
                <a:lnTo>
                  <a:pt x="5037" y="4210"/>
                </a:lnTo>
                <a:lnTo>
                  <a:pt x="5062" y="4210"/>
                </a:lnTo>
                <a:lnTo>
                  <a:pt x="5110" y="4234"/>
                </a:lnTo>
                <a:lnTo>
                  <a:pt x="5232" y="4234"/>
                </a:lnTo>
                <a:lnTo>
                  <a:pt x="5305" y="4210"/>
                </a:lnTo>
                <a:lnTo>
                  <a:pt x="5548" y="4112"/>
                </a:lnTo>
                <a:lnTo>
                  <a:pt x="5816" y="4039"/>
                </a:lnTo>
                <a:lnTo>
                  <a:pt x="6059" y="4015"/>
                </a:lnTo>
                <a:lnTo>
                  <a:pt x="6303" y="3991"/>
                </a:lnTo>
                <a:close/>
                <a:moveTo>
                  <a:pt x="6254" y="3480"/>
                </a:moveTo>
                <a:lnTo>
                  <a:pt x="5986" y="3504"/>
                </a:lnTo>
                <a:lnTo>
                  <a:pt x="5694" y="3553"/>
                </a:lnTo>
                <a:lnTo>
                  <a:pt x="5427" y="3626"/>
                </a:lnTo>
                <a:lnTo>
                  <a:pt x="5305" y="3650"/>
                </a:lnTo>
                <a:lnTo>
                  <a:pt x="5183" y="3699"/>
                </a:lnTo>
                <a:lnTo>
                  <a:pt x="4916" y="3796"/>
                </a:lnTo>
                <a:lnTo>
                  <a:pt x="4599" y="3966"/>
                </a:lnTo>
                <a:lnTo>
                  <a:pt x="4283" y="4161"/>
                </a:lnTo>
                <a:lnTo>
                  <a:pt x="3991" y="4404"/>
                </a:lnTo>
                <a:lnTo>
                  <a:pt x="3748" y="4672"/>
                </a:lnTo>
                <a:lnTo>
                  <a:pt x="3529" y="4940"/>
                </a:lnTo>
                <a:lnTo>
                  <a:pt x="3359" y="5232"/>
                </a:lnTo>
                <a:lnTo>
                  <a:pt x="3237" y="5572"/>
                </a:lnTo>
                <a:lnTo>
                  <a:pt x="3164" y="5889"/>
                </a:lnTo>
                <a:lnTo>
                  <a:pt x="3115" y="6229"/>
                </a:lnTo>
                <a:lnTo>
                  <a:pt x="3140" y="6570"/>
                </a:lnTo>
                <a:lnTo>
                  <a:pt x="3188" y="6911"/>
                </a:lnTo>
                <a:lnTo>
                  <a:pt x="3261" y="7251"/>
                </a:lnTo>
                <a:lnTo>
                  <a:pt x="3383" y="7495"/>
                </a:lnTo>
                <a:lnTo>
                  <a:pt x="3529" y="7762"/>
                </a:lnTo>
                <a:lnTo>
                  <a:pt x="3699" y="7981"/>
                </a:lnTo>
                <a:lnTo>
                  <a:pt x="3869" y="8200"/>
                </a:lnTo>
                <a:lnTo>
                  <a:pt x="4088" y="8371"/>
                </a:lnTo>
                <a:lnTo>
                  <a:pt x="4307" y="8541"/>
                </a:lnTo>
                <a:lnTo>
                  <a:pt x="4551" y="8711"/>
                </a:lnTo>
                <a:lnTo>
                  <a:pt x="4794" y="8833"/>
                </a:lnTo>
                <a:lnTo>
                  <a:pt x="5062" y="8930"/>
                </a:lnTo>
                <a:lnTo>
                  <a:pt x="5329" y="9028"/>
                </a:lnTo>
                <a:lnTo>
                  <a:pt x="5597" y="9101"/>
                </a:lnTo>
                <a:lnTo>
                  <a:pt x="5889" y="9149"/>
                </a:lnTo>
                <a:lnTo>
                  <a:pt x="6181" y="9174"/>
                </a:lnTo>
                <a:lnTo>
                  <a:pt x="6449" y="9198"/>
                </a:lnTo>
                <a:lnTo>
                  <a:pt x="6741" y="9174"/>
                </a:lnTo>
                <a:lnTo>
                  <a:pt x="7008" y="9149"/>
                </a:lnTo>
                <a:lnTo>
                  <a:pt x="7325" y="9076"/>
                </a:lnTo>
                <a:lnTo>
                  <a:pt x="7617" y="8979"/>
                </a:lnTo>
                <a:lnTo>
                  <a:pt x="7884" y="8833"/>
                </a:lnTo>
                <a:lnTo>
                  <a:pt x="8128" y="8687"/>
                </a:lnTo>
                <a:lnTo>
                  <a:pt x="8347" y="8492"/>
                </a:lnTo>
                <a:lnTo>
                  <a:pt x="8541" y="8273"/>
                </a:lnTo>
                <a:lnTo>
                  <a:pt x="8712" y="8054"/>
                </a:lnTo>
                <a:lnTo>
                  <a:pt x="8858" y="7787"/>
                </a:lnTo>
                <a:lnTo>
                  <a:pt x="8979" y="7543"/>
                </a:lnTo>
                <a:lnTo>
                  <a:pt x="9052" y="7251"/>
                </a:lnTo>
                <a:lnTo>
                  <a:pt x="9125" y="6959"/>
                </a:lnTo>
                <a:lnTo>
                  <a:pt x="9150" y="6667"/>
                </a:lnTo>
                <a:lnTo>
                  <a:pt x="9150" y="6375"/>
                </a:lnTo>
                <a:lnTo>
                  <a:pt x="9125" y="6083"/>
                </a:lnTo>
                <a:lnTo>
                  <a:pt x="9052" y="5791"/>
                </a:lnTo>
                <a:lnTo>
                  <a:pt x="8955" y="5499"/>
                </a:lnTo>
                <a:lnTo>
                  <a:pt x="8858" y="5232"/>
                </a:lnTo>
                <a:lnTo>
                  <a:pt x="8712" y="4988"/>
                </a:lnTo>
                <a:lnTo>
                  <a:pt x="8566" y="4769"/>
                </a:lnTo>
                <a:lnTo>
                  <a:pt x="8395" y="4550"/>
                </a:lnTo>
                <a:lnTo>
                  <a:pt x="8201" y="4356"/>
                </a:lnTo>
                <a:lnTo>
                  <a:pt x="7982" y="4161"/>
                </a:lnTo>
                <a:lnTo>
                  <a:pt x="7763" y="3991"/>
                </a:lnTo>
                <a:lnTo>
                  <a:pt x="7544" y="3845"/>
                </a:lnTo>
                <a:lnTo>
                  <a:pt x="7300" y="3723"/>
                </a:lnTo>
                <a:lnTo>
                  <a:pt x="7033" y="3626"/>
                </a:lnTo>
                <a:lnTo>
                  <a:pt x="6789" y="3553"/>
                </a:lnTo>
                <a:lnTo>
                  <a:pt x="6522" y="3504"/>
                </a:lnTo>
                <a:lnTo>
                  <a:pt x="6254" y="3480"/>
                </a:lnTo>
                <a:close/>
                <a:moveTo>
                  <a:pt x="6303" y="536"/>
                </a:moveTo>
                <a:lnTo>
                  <a:pt x="6668" y="560"/>
                </a:lnTo>
                <a:lnTo>
                  <a:pt x="7033" y="633"/>
                </a:lnTo>
                <a:lnTo>
                  <a:pt x="7422" y="706"/>
                </a:lnTo>
                <a:lnTo>
                  <a:pt x="7763" y="828"/>
                </a:lnTo>
                <a:lnTo>
                  <a:pt x="8128" y="949"/>
                </a:lnTo>
                <a:lnTo>
                  <a:pt x="8468" y="1095"/>
                </a:lnTo>
                <a:lnTo>
                  <a:pt x="8809" y="1266"/>
                </a:lnTo>
                <a:lnTo>
                  <a:pt x="9125" y="1460"/>
                </a:lnTo>
                <a:lnTo>
                  <a:pt x="9442" y="1679"/>
                </a:lnTo>
                <a:lnTo>
                  <a:pt x="9734" y="1898"/>
                </a:lnTo>
                <a:lnTo>
                  <a:pt x="10026" y="2166"/>
                </a:lnTo>
                <a:lnTo>
                  <a:pt x="10050" y="2287"/>
                </a:lnTo>
                <a:lnTo>
                  <a:pt x="10074" y="2409"/>
                </a:lnTo>
                <a:lnTo>
                  <a:pt x="10196" y="2798"/>
                </a:lnTo>
                <a:lnTo>
                  <a:pt x="10220" y="2847"/>
                </a:lnTo>
                <a:lnTo>
                  <a:pt x="10269" y="2871"/>
                </a:lnTo>
                <a:lnTo>
                  <a:pt x="10342" y="2896"/>
                </a:lnTo>
                <a:lnTo>
                  <a:pt x="10391" y="2896"/>
                </a:lnTo>
                <a:lnTo>
                  <a:pt x="10439" y="2871"/>
                </a:lnTo>
                <a:lnTo>
                  <a:pt x="10464" y="2847"/>
                </a:lnTo>
                <a:lnTo>
                  <a:pt x="10488" y="2798"/>
                </a:lnTo>
                <a:lnTo>
                  <a:pt x="10512" y="2677"/>
                </a:lnTo>
                <a:lnTo>
                  <a:pt x="10585" y="2774"/>
                </a:lnTo>
                <a:lnTo>
                  <a:pt x="10537" y="3090"/>
                </a:lnTo>
                <a:lnTo>
                  <a:pt x="10537" y="3261"/>
                </a:lnTo>
                <a:lnTo>
                  <a:pt x="10561" y="3334"/>
                </a:lnTo>
                <a:lnTo>
                  <a:pt x="10610" y="3382"/>
                </a:lnTo>
                <a:lnTo>
                  <a:pt x="10634" y="3431"/>
                </a:lnTo>
                <a:lnTo>
                  <a:pt x="10683" y="3407"/>
                </a:lnTo>
                <a:lnTo>
                  <a:pt x="10756" y="3382"/>
                </a:lnTo>
                <a:lnTo>
                  <a:pt x="10804" y="3309"/>
                </a:lnTo>
                <a:lnTo>
                  <a:pt x="10877" y="3163"/>
                </a:lnTo>
                <a:lnTo>
                  <a:pt x="10877" y="3188"/>
                </a:lnTo>
                <a:lnTo>
                  <a:pt x="10950" y="3285"/>
                </a:lnTo>
                <a:lnTo>
                  <a:pt x="10853" y="3553"/>
                </a:lnTo>
                <a:lnTo>
                  <a:pt x="10804" y="3674"/>
                </a:lnTo>
                <a:lnTo>
                  <a:pt x="10756" y="3796"/>
                </a:lnTo>
                <a:lnTo>
                  <a:pt x="10756" y="3893"/>
                </a:lnTo>
                <a:lnTo>
                  <a:pt x="10804" y="4015"/>
                </a:lnTo>
                <a:lnTo>
                  <a:pt x="10829" y="4088"/>
                </a:lnTo>
                <a:lnTo>
                  <a:pt x="10902" y="4112"/>
                </a:lnTo>
                <a:lnTo>
                  <a:pt x="10975" y="4112"/>
                </a:lnTo>
                <a:lnTo>
                  <a:pt x="11023" y="4088"/>
                </a:lnTo>
                <a:lnTo>
                  <a:pt x="11096" y="4039"/>
                </a:lnTo>
                <a:lnTo>
                  <a:pt x="11169" y="3966"/>
                </a:lnTo>
                <a:lnTo>
                  <a:pt x="11242" y="3820"/>
                </a:lnTo>
                <a:lnTo>
                  <a:pt x="11340" y="4039"/>
                </a:lnTo>
                <a:lnTo>
                  <a:pt x="11194" y="4307"/>
                </a:lnTo>
                <a:lnTo>
                  <a:pt x="11048" y="4575"/>
                </a:lnTo>
                <a:lnTo>
                  <a:pt x="11023" y="4696"/>
                </a:lnTo>
                <a:lnTo>
                  <a:pt x="11023" y="4794"/>
                </a:lnTo>
                <a:lnTo>
                  <a:pt x="11048" y="4867"/>
                </a:lnTo>
                <a:lnTo>
                  <a:pt x="11121" y="4915"/>
                </a:lnTo>
                <a:lnTo>
                  <a:pt x="11169" y="4915"/>
                </a:lnTo>
                <a:lnTo>
                  <a:pt x="11218" y="4891"/>
                </a:lnTo>
                <a:lnTo>
                  <a:pt x="11340" y="4794"/>
                </a:lnTo>
                <a:lnTo>
                  <a:pt x="11510" y="4575"/>
                </a:lnTo>
                <a:lnTo>
                  <a:pt x="11534" y="4550"/>
                </a:lnTo>
                <a:lnTo>
                  <a:pt x="11607" y="4818"/>
                </a:lnTo>
                <a:lnTo>
                  <a:pt x="11510" y="4940"/>
                </a:lnTo>
                <a:lnTo>
                  <a:pt x="11388" y="5061"/>
                </a:lnTo>
                <a:lnTo>
                  <a:pt x="11291" y="5183"/>
                </a:lnTo>
                <a:lnTo>
                  <a:pt x="11218" y="5280"/>
                </a:lnTo>
                <a:lnTo>
                  <a:pt x="11096" y="5524"/>
                </a:lnTo>
                <a:lnTo>
                  <a:pt x="11072" y="5548"/>
                </a:lnTo>
                <a:lnTo>
                  <a:pt x="11096" y="5572"/>
                </a:lnTo>
                <a:lnTo>
                  <a:pt x="11121" y="5597"/>
                </a:lnTo>
                <a:lnTo>
                  <a:pt x="11145" y="5572"/>
                </a:lnTo>
                <a:lnTo>
                  <a:pt x="11388" y="5475"/>
                </a:lnTo>
                <a:lnTo>
                  <a:pt x="11510" y="5402"/>
                </a:lnTo>
                <a:lnTo>
                  <a:pt x="11631" y="5305"/>
                </a:lnTo>
                <a:lnTo>
                  <a:pt x="11680" y="5256"/>
                </a:lnTo>
                <a:lnTo>
                  <a:pt x="11729" y="5499"/>
                </a:lnTo>
                <a:lnTo>
                  <a:pt x="11364" y="5840"/>
                </a:lnTo>
                <a:lnTo>
                  <a:pt x="11048" y="6229"/>
                </a:lnTo>
                <a:lnTo>
                  <a:pt x="11023" y="6278"/>
                </a:lnTo>
                <a:lnTo>
                  <a:pt x="11048" y="6327"/>
                </a:lnTo>
                <a:lnTo>
                  <a:pt x="11072" y="6351"/>
                </a:lnTo>
                <a:lnTo>
                  <a:pt x="11121" y="6351"/>
                </a:lnTo>
                <a:lnTo>
                  <a:pt x="11291" y="6254"/>
                </a:lnTo>
                <a:lnTo>
                  <a:pt x="11461" y="6156"/>
                </a:lnTo>
                <a:lnTo>
                  <a:pt x="11753" y="5913"/>
                </a:lnTo>
                <a:lnTo>
                  <a:pt x="11753" y="6302"/>
                </a:lnTo>
                <a:lnTo>
                  <a:pt x="11631" y="6424"/>
                </a:lnTo>
                <a:lnTo>
                  <a:pt x="11534" y="6546"/>
                </a:lnTo>
                <a:lnTo>
                  <a:pt x="11412" y="6692"/>
                </a:lnTo>
                <a:lnTo>
                  <a:pt x="11291" y="6789"/>
                </a:lnTo>
                <a:lnTo>
                  <a:pt x="11048" y="6935"/>
                </a:lnTo>
                <a:lnTo>
                  <a:pt x="10999" y="6984"/>
                </a:lnTo>
                <a:lnTo>
                  <a:pt x="10950" y="7032"/>
                </a:lnTo>
                <a:lnTo>
                  <a:pt x="10926" y="7105"/>
                </a:lnTo>
                <a:lnTo>
                  <a:pt x="10950" y="7154"/>
                </a:lnTo>
                <a:lnTo>
                  <a:pt x="11023" y="7203"/>
                </a:lnTo>
                <a:lnTo>
                  <a:pt x="11096" y="7251"/>
                </a:lnTo>
                <a:lnTo>
                  <a:pt x="11169" y="7251"/>
                </a:lnTo>
                <a:lnTo>
                  <a:pt x="11267" y="7227"/>
                </a:lnTo>
                <a:lnTo>
                  <a:pt x="11437" y="7178"/>
                </a:lnTo>
                <a:lnTo>
                  <a:pt x="11583" y="7081"/>
                </a:lnTo>
                <a:lnTo>
                  <a:pt x="11704" y="6984"/>
                </a:lnTo>
                <a:lnTo>
                  <a:pt x="11631" y="7470"/>
                </a:lnTo>
                <a:lnTo>
                  <a:pt x="11583" y="7470"/>
                </a:lnTo>
                <a:lnTo>
                  <a:pt x="11534" y="7495"/>
                </a:lnTo>
                <a:lnTo>
                  <a:pt x="11291" y="7665"/>
                </a:lnTo>
                <a:lnTo>
                  <a:pt x="11023" y="7811"/>
                </a:lnTo>
                <a:lnTo>
                  <a:pt x="10902" y="7884"/>
                </a:lnTo>
                <a:lnTo>
                  <a:pt x="10804" y="7957"/>
                </a:lnTo>
                <a:lnTo>
                  <a:pt x="10731" y="8054"/>
                </a:lnTo>
                <a:lnTo>
                  <a:pt x="10707" y="8103"/>
                </a:lnTo>
                <a:lnTo>
                  <a:pt x="10707" y="8176"/>
                </a:lnTo>
                <a:lnTo>
                  <a:pt x="10707" y="8200"/>
                </a:lnTo>
                <a:lnTo>
                  <a:pt x="10853" y="8200"/>
                </a:lnTo>
                <a:lnTo>
                  <a:pt x="10950" y="8176"/>
                </a:lnTo>
                <a:lnTo>
                  <a:pt x="11194" y="8079"/>
                </a:lnTo>
                <a:lnTo>
                  <a:pt x="11534" y="7933"/>
                </a:lnTo>
                <a:lnTo>
                  <a:pt x="11437" y="8273"/>
                </a:lnTo>
                <a:lnTo>
                  <a:pt x="11340" y="8298"/>
                </a:lnTo>
                <a:lnTo>
                  <a:pt x="11242" y="8322"/>
                </a:lnTo>
                <a:lnTo>
                  <a:pt x="11072" y="8419"/>
                </a:lnTo>
                <a:lnTo>
                  <a:pt x="10829" y="8541"/>
                </a:lnTo>
                <a:lnTo>
                  <a:pt x="10561" y="8614"/>
                </a:lnTo>
                <a:lnTo>
                  <a:pt x="10537" y="8638"/>
                </a:lnTo>
                <a:lnTo>
                  <a:pt x="10512" y="8663"/>
                </a:lnTo>
                <a:lnTo>
                  <a:pt x="10537" y="8687"/>
                </a:lnTo>
                <a:lnTo>
                  <a:pt x="10561" y="8711"/>
                </a:lnTo>
                <a:lnTo>
                  <a:pt x="10731" y="8736"/>
                </a:lnTo>
                <a:lnTo>
                  <a:pt x="10926" y="8736"/>
                </a:lnTo>
                <a:lnTo>
                  <a:pt x="11121" y="8711"/>
                </a:lnTo>
                <a:lnTo>
                  <a:pt x="11315" y="8663"/>
                </a:lnTo>
                <a:lnTo>
                  <a:pt x="11169" y="9028"/>
                </a:lnTo>
                <a:lnTo>
                  <a:pt x="10926" y="9028"/>
                </a:lnTo>
                <a:lnTo>
                  <a:pt x="10683" y="9052"/>
                </a:lnTo>
                <a:lnTo>
                  <a:pt x="10439" y="9125"/>
                </a:lnTo>
                <a:lnTo>
                  <a:pt x="10220" y="9198"/>
                </a:lnTo>
                <a:lnTo>
                  <a:pt x="10196" y="9222"/>
                </a:lnTo>
                <a:lnTo>
                  <a:pt x="10196" y="9247"/>
                </a:lnTo>
                <a:lnTo>
                  <a:pt x="10220" y="9271"/>
                </a:lnTo>
                <a:lnTo>
                  <a:pt x="10245" y="9295"/>
                </a:lnTo>
                <a:lnTo>
                  <a:pt x="10488" y="9295"/>
                </a:lnTo>
                <a:lnTo>
                  <a:pt x="10731" y="9320"/>
                </a:lnTo>
                <a:lnTo>
                  <a:pt x="11048" y="9368"/>
                </a:lnTo>
                <a:lnTo>
                  <a:pt x="10853" y="9757"/>
                </a:lnTo>
                <a:lnTo>
                  <a:pt x="10561" y="9733"/>
                </a:lnTo>
                <a:lnTo>
                  <a:pt x="10245" y="9709"/>
                </a:lnTo>
                <a:lnTo>
                  <a:pt x="10099" y="9709"/>
                </a:lnTo>
                <a:lnTo>
                  <a:pt x="9977" y="9733"/>
                </a:lnTo>
                <a:lnTo>
                  <a:pt x="9904" y="9782"/>
                </a:lnTo>
                <a:lnTo>
                  <a:pt x="9880" y="9806"/>
                </a:lnTo>
                <a:lnTo>
                  <a:pt x="9880" y="9830"/>
                </a:lnTo>
                <a:lnTo>
                  <a:pt x="9928" y="9928"/>
                </a:lnTo>
                <a:lnTo>
                  <a:pt x="9977" y="10001"/>
                </a:lnTo>
                <a:lnTo>
                  <a:pt x="10050" y="10074"/>
                </a:lnTo>
                <a:lnTo>
                  <a:pt x="10147" y="10122"/>
                </a:lnTo>
                <a:lnTo>
                  <a:pt x="10391" y="10171"/>
                </a:lnTo>
                <a:lnTo>
                  <a:pt x="10610" y="10220"/>
                </a:lnTo>
                <a:lnTo>
                  <a:pt x="10439" y="10512"/>
                </a:lnTo>
                <a:lnTo>
                  <a:pt x="10439" y="10439"/>
                </a:lnTo>
                <a:lnTo>
                  <a:pt x="10391" y="10390"/>
                </a:lnTo>
                <a:lnTo>
                  <a:pt x="10342" y="10341"/>
                </a:lnTo>
                <a:lnTo>
                  <a:pt x="10220" y="10293"/>
                </a:lnTo>
                <a:lnTo>
                  <a:pt x="9977" y="10268"/>
                </a:lnTo>
                <a:lnTo>
                  <a:pt x="9709" y="10220"/>
                </a:lnTo>
                <a:lnTo>
                  <a:pt x="9588" y="10220"/>
                </a:lnTo>
                <a:lnTo>
                  <a:pt x="9466" y="10244"/>
                </a:lnTo>
                <a:lnTo>
                  <a:pt x="9417" y="10268"/>
                </a:lnTo>
                <a:lnTo>
                  <a:pt x="9393" y="10317"/>
                </a:lnTo>
                <a:lnTo>
                  <a:pt x="9393" y="10366"/>
                </a:lnTo>
                <a:lnTo>
                  <a:pt x="9417" y="10414"/>
                </a:lnTo>
                <a:lnTo>
                  <a:pt x="9515" y="10487"/>
                </a:lnTo>
                <a:lnTo>
                  <a:pt x="9636" y="10560"/>
                </a:lnTo>
                <a:lnTo>
                  <a:pt x="9880" y="10633"/>
                </a:lnTo>
                <a:lnTo>
                  <a:pt x="10123" y="10682"/>
                </a:lnTo>
                <a:lnTo>
                  <a:pt x="10245" y="10682"/>
                </a:lnTo>
                <a:lnTo>
                  <a:pt x="10366" y="10633"/>
                </a:lnTo>
                <a:lnTo>
                  <a:pt x="10001" y="11242"/>
                </a:lnTo>
                <a:lnTo>
                  <a:pt x="9782" y="11169"/>
                </a:lnTo>
                <a:lnTo>
                  <a:pt x="9588" y="11144"/>
                </a:lnTo>
                <a:lnTo>
                  <a:pt x="9417" y="11096"/>
                </a:lnTo>
                <a:lnTo>
                  <a:pt x="9247" y="11071"/>
                </a:lnTo>
                <a:lnTo>
                  <a:pt x="9052" y="11047"/>
                </a:lnTo>
                <a:lnTo>
                  <a:pt x="8882" y="11096"/>
                </a:lnTo>
                <a:lnTo>
                  <a:pt x="8858" y="11120"/>
                </a:lnTo>
                <a:lnTo>
                  <a:pt x="8833" y="11169"/>
                </a:lnTo>
                <a:lnTo>
                  <a:pt x="8833" y="11193"/>
                </a:lnTo>
                <a:lnTo>
                  <a:pt x="8858" y="11242"/>
                </a:lnTo>
                <a:lnTo>
                  <a:pt x="9052" y="11315"/>
                </a:lnTo>
                <a:lnTo>
                  <a:pt x="9223" y="11363"/>
                </a:lnTo>
                <a:lnTo>
                  <a:pt x="9588" y="11485"/>
                </a:lnTo>
                <a:lnTo>
                  <a:pt x="9782" y="11558"/>
                </a:lnTo>
                <a:lnTo>
                  <a:pt x="9490" y="11996"/>
                </a:lnTo>
                <a:lnTo>
                  <a:pt x="9344" y="11923"/>
                </a:lnTo>
                <a:lnTo>
                  <a:pt x="9223" y="11874"/>
                </a:lnTo>
                <a:lnTo>
                  <a:pt x="8931" y="11801"/>
                </a:lnTo>
                <a:lnTo>
                  <a:pt x="8566" y="11704"/>
                </a:lnTo>
                <a:lnTo>
                  <a:pt x="8371" y="11655"/>
                </a:lnTo>
                <a:lnTo>
                  <a:pt x="8176" y="11655"/>
                </a:lnTo>
                <a:lnTo>
                  <a:pt x="8103" y="11680"/>
                </a:lnTo>
                <a:lnTo>
                  <a:pt x="8079" y="11728"/>
                </a:lnTo>
                <a:lnTo>
                  <a:pt x="8055" y="11801"/>
                </a:lnTo>
                <a:lnTo>
                  <a:pt x="8103" y="11850"/>
                </a:lnTo>
                <a:lnTo>
                  <a:pt x="8249" y="11947"/>
                </a:lnTo>
                <a:lnTo>
                  <a:pt x="8395" y="12045"/>
                </a:lnTo>
                <a:lnTo>
                  <a:pt x="8736" y="12166"/>
                </a:lnTo>
                <a:lnTo>
                  <a:pt x="8979" y="12239"/>
                </a:lnTo>
                <a:lnTo>
                  <a:pt x="9247" y="12312"/>
                </a:lnTo>
                <a:lnTo>
                  <a:pt x="9004" y="12629"/>
                </a:lnTo>
                <a:lnTo>
                  <a:pt x="8712" y="12580"/>
                </a:lnTo>
                <a:lnTo>
                  <a:pt x="8420" y="12531"/>
                </a:lnTo>
                <a:lnTo>
                  <a:pt x="8201" y="12458"/>
                </a:lnTo>
                <a:lnTo>
                  <a:pt x="8006" y="12361"/>
                </a:lnTo>
                <a:lnTo>
                  <a:pt x="7787" y="12239"/>
                </a:lnTo>
                <a:lnTo>
                  <a:pt x="7592" y="12142"/>
                </a:lnTo>
                <a:lnTo>
                  <a:pt x="7544" y="12142"/>
                </a:lnTo>
                <a:lnTo>
                  <a:pt x="7495" y="12166"/>
                </a:lnTo>
                <a:lnTo>
                  <a:pt x="7495" y="12215"/>
                </a:lnTo>
                <a:lnTo>
                  <a:pt x="7471" y="12264"/>
                </a:lnTo>
                <a:lnTo>
                  <a:pt x="7519" y="12385"/>
                </a:lnTo>
                <a:lnTo>
                  <a:pt x="7592" y="12507"/>
                </a:lnTo>
                <a:lnTo>
                  <a:pt x="7690" y="12604"/>
                </a:lnTo>
                <a:lnTo>
                  <a:pt x="7811" y="12677"/>
                </a:lnTo>
                <a:lnTo>
                  <a:pt x="8055" y="12823"/>
                </a:lnTo>
                <a:lnTo>
                  <a:pt x="8298" y="12921"/>
                </a:lnTo>
                <a:lnTo>
                  <a:pt x="8493" y="12994"/>
                </a:lnTo>
                <a:lnTo>
                  <a:pt x="8687" y="13018"/>
                </a:lnTo>
                <a:lnTo>
                  <a:pt x="8371" y="13407"/>
                </a:lnTo>
                <a:lnTo>
                  <a:pt x="8274" y="13310"/>
                </a:lnTo>
                <a:lnTo>
                  <a:pt x="8152" y="13261"/>
                </a:lnTo>
                <a:lnTo>
                  <a:pt x="7909" y="13188"/>
                </a:lnTo>
                <a:lnTo>
                  <a:pt x="7471" y="12994"/>
                </a:lnTo>
                <a:lnTo>
                  <a:pt x="7252" y="12921"/>
                </a:lnTo>
                <a:lnTo>
                  <a:pt x="7033" y="12896"/>
                </a:lnTo>
                <a:lnTo>
                  <a:pt x="7008" y="12896"/>
                </a:lnTo>
                <a:lnTo>
                  <a:pt x="7008" y="12945"/>
                </a:lnTo>
                <a:lnTo>
                  <a:pt x="7057" y="13042"/>
                </a:lnTo>
                <a:lnTo>
                  <a:pt x="7130" y="13115"/>
                </a:lnTo>
                <a:lnTo>
                  <a:pt x="7300" y="13261"/>
                </a:lnTo>
                <a:lnTo>
                  <a:pt x="7495" y="13359"/>
                </a:lnTo>
                <a:lnTo>
                  <a:pt x="7690" y="13456"/>
                </a:lnTo>
                <a:lnTo>
                  <a:pt x="7909" y="13578"/>
                </a:lnTo>
                <a:lnTo>
                  <a:pt x="8006" y="13626"/>
                </a:lnTo>
                <a:lnTo>
                  <a:pt x="8128" y="13675"/>
                </a:lnTo>
                <a:lnTo>
                  <a:pt x="7836" y="14016"/>
                </a:lnTo>
                <a:lnTo>
                  <a:pt x="7665" y="13967"/>
                </a:lnTo>
                <a:lnTo>
                  <a:pt x="7179" y="13724"/>
                </a:lnTo>
                <a:lnTo>
                  <a:pt x="6814" y="13553"/>
                </a:lnTo>
                <a:lnTo>
                  <a:pt x="6619" y="13480"/>
                </a:lnTo>
                <a:lnTo>
                  <a:pt x="6424" y="13480"/>
                </a:lnTo>
                <a:lnTo>
                  <a:pt x="6400" y="13505"/>
                </a:lnTo>
                <a:lnTo>
                  <a:pt x="6400" y="13553"/>
                </a:lnTo>
                <a:lnTo>
                  <a:pt x="6449" y="13651"/>
                </a:lnTo>
                <a:lnTo>
                  <a:pt x="6497" y="13724"/>
                </a:lnTo>
                <a:lnTo>
                  <a:pt x="6595" y="13821"/>
                </a:lnTo>
                <a:lnTo>
                  <a:pt x="6692" y="13894"/>
                </a:lnTo>
                <a:lnTo>
                  <a:pt x="6887" y="14016"/>
                </a:lnTo>
                <a:lnTo>
                  <a:pt x="7081" y="14137"/>
                </a:lnTo>
                <a:lnTo>
                  <a:pt x="7276" y="14235"/>
                </a:lnTo>
                <a:lnTo>
                  <a:pt x="7519" y="14381"/>
                </a:lnTo>
                <a:lnTo>
                  <a:pt x="7106" y="14843"/>
                </a:lnTo>
                <a:lnTo>
                  <a:pt x="6814" y="14697"/>
                </a:lnTo>
                <a:lnTo>
                  <a:pt x="6546" y="14527"/>
                </a:lnTo>
                <a:lnTo>
                  <a:pt x="6376" y="14405"/>
                </a:lnTo>
                <a:lnTo>
                  <a:pt x="6230" y="14259"/>
                </a:lnTo>
                <a:lnTo>
                  <a:pt x="6157" y="14162"/>
                </a:lnTo>
                <a:lnTo>
                  <a:pt x="6035" y="14064"/>
                </a:lnTo>
                <a:lnTo>
                  <a:pt x="5962" y="14064"/>
                </a:lnTo>
                <a:lnTo>
                  <a:pt x="5913" y="14089"/>
                </a:lnTo>
                <a:lnTo>
                  <a:pt x="5840" y="14186"/>
                </a:lnTo>
                <a:lnTo>
                  <a:pt x="5840" y="14283"/>
                </a:lnTo>
                <a:lnTo>
                  <a:pt x="5865" y="14381"/>
                </a:lnTo>
                <a:lnTo>
                  <a:pt x="5913" y="14478"/>
                </a:lnTo>
                <a:lnTo>
                  <a:pt x="6059" y="14673"/>
                </a:lnTo>
                <a:lnTo>
                  <a:pt x="6205" y="14794"/>
                </a:lnTo>
                <a:lnTo>
                  <a:pt x="6449" y="15013"/>
                </a:lnTo>
                <a:lnTo>
                  <a:pt x="6595" y="15135"/>
                </a:lnTo>
                <a:lnTo>
                  <a:pt x="6765" y="15208"/>
                </a:lnTo>
                <a:lnTo>
                  <a:pt x="6132" y="15816"/>
                </a:lnTo>
                <a:lnTo>
                  <a:pt x="5986" y="15573"/>
                </a:lnTo>
                <a:lnTo>
                  <a:pt x="5792" y="15354"/>
                </a:lnTo>
                <a:lnTo>
                  <a:pt x="5402" y="14916"/>
                </a:lnTo>
                <a:lnTo>
                  <a:pt x="5013" y="14527"/>
                </a:lnTo>
                <a:lnTo>
                  <a:pt x="4818" y="14332"/>
                </a:lnTo>
                <a:lnTo>
                  <a:pt x="4648" y="14113"/>
                </a:lnTo>
                <a:lnTo>
                  <a:pt x="4332" y="13724"/>
                </a:lnTo>
                <a:lnTo>
                  <a:pt x="3991" y="13359"/>
                </a:lnTo>
                <a:lnTo>
                  <a:pt x="3310" y="12629"/>
                </a:lnTo>
                <a:lnTo>
                  <a:pt x="2969" y="12264"/>
                </a:lnTo>
                <a:lnTo>
                  <a:pt x="2653" y="11874"/>
                </a:lnTo>
                <a:lnTo>
                  <a:pt x="2361" y="11485"/>
                </a:lnTo>
                <a:lnTo>
                  <a:pt x="2069" y="11071"/>
                </a:lnTo>
                <a:lnTo>
                  <a:pt x="1704" y="10439"/>
                </a:lnTo>
                <a:lnTo>
                  <a:pt x="1363" y="9757"/>
                </a:lnTo>
                <a:lnTo>
                  <a:pt x="1096" y="9052"/>
                </a:lnTo>
                <a:lnTo>
                  <a:pt x="974" y="8711"/>
                </a:lnTo>
                <a:lnTo>
                  <a:pt x="877" y="8346"/>
                </a:lnTo>
                <a:lnTo>
                  <a:pt x="779" y="7981"/>
                </a:lnTo>
                <a:lnTo>
                  <a:pt x="706" y="7616"/>
                </a:lnTo>
                <a:lnTo>
                  <a:pt x="633" y="7251"/>
                </a:lnTo>
                <a:lnTo>
                  <a:pt x="609" y="6862"/>
                </a:lnTo>
                <a:lnTo>
                  <a:pt x="585" y="6497"/>
                </a:lnTo>
                <a:lnTo>
                  <a:pt x="585" y="6132"/>
                </a:lnTo>
                <a:lnTo>
                  <a:pt x="585" y="5743"/>
                </a:lnTo>
                <a:lnTo>
                  <a:pt x="609" y="5378"/>
                </a:lnTo>
                <a:lnTo>
                  <a:pt x="682" y="4988"/>
                </a:lnTo>
                <a:lnTo>
                  <a:pt x="755" y="4599"/>
                </a:lnTo>
                <a:lnTo>
                  <a:pt x="877" y="4210"/>
                </a:lnTo>
                <a:lnTo>
                  <a:pt x="1023" y="3845"/>
                </a:lnTo>
                <a:lnTo>
                  <a:pt x="1193" y="3504"/>
                </a:lnTo>
                <a:lnTo>
                  <a:pt x="1363" y="3163"/>
                </a:lnTo>
                <a:lnTo>
                  <a:pt x="1582" y="2823"/>
                </a:lnTo>
                <a:lnTo>
                  <a:pt x="1826" y="2506"/>
                </a:lnTo>
                <a:lnTo>
                  <a:pt x="2093" y="2214"/>
                </a:lnTo>
                <a:lnTo>
                  <a:pt x="2361" y="1947"/>
                </a:lnTo>
                <a:lnTo>
                  <a:pt x="2653" y="1679"/>
                </a:lnTo>
                <a:lnTo>
                  <a:pt x="2969" y="1460"/>
                </a:lnTo>
                <a:lnTo>
                  <a:pt x="3310" y="1241"/>
                </a:lnTo>
                <a:lnTo>
                  <a:pt x="3650" y="1047"/>
                </a:lnTo>
                <a:lnTo>
                  <a:pt x="4015" y="901"/>
                </a:lnTo>
                <a:lnTo>
                  <a:pt x="4405" y="755"/>
                </a:lnTo>
                <a:lnTo>
                  <a:pt x="4770" y="657"/>
                </a:lnTo>
                <a:lnTo>
                  <a:pt x="5159" y="584"/>
                </a:lnTo>
                <a:lnTo>
                  <a:pt x="5524" y="536"/>
                </a:lnTo>
                <a:close/>
                <a:moveTo>
                  <a:pt x="5646" y="0"/>
                </a:moveTo>
                <a:lnTo>
                  <a:pt x="5256" y="49"/>
                </a:lnTo>
                <a:lnTo>
                  <a:pt x="4843" y="98"/>
                </a:lnTo>
                <a:lnTo>
                  <a:pt x="4453" y="195"/>
                </a:lnTo>
                <a:lnTo>
                  <a:pt x="4088" y="317"/>
                </a:lnTo>
                <a:lnTo>
                  <a:pt x="3723" y="438"/>
                </a:lnTo>
                <a:lnTo>
                  <a:pt x="3359" y="609"/>
                </a:lnTo>
                <a:lnTo>
                  <a:pt x="2994" y="803"/>
                </a:lnTo>
                <a:lnTo>
                  <a:pt x="2653" y="998"/>
                </a:lnTo>
                <a:lnTo>
                  <a:pt x="2337" y="1241"/>
                </a:lnTo>
                <a:lnTo>
                  <a:pt x="2020" y="1509"/>
                </a:lnTo>
                <a:lnTo>
                  <a:pt x="1728" y="1776"/>
                </a:lnTo>
                <a:lnTo>
                  <a:pt x="1461" y="2093"/>
                </a:lnTo>
                <a:lnTo>
                  <a:pt x="1193" y="2409"/>
                </a:lnTo>
                <a:lnTo>
                  <a:pt x="925" y="2798"/>
                </a:lnTo>
                <a:lnTo>
                  <a:pt x="682" y="3188"/>
                </a:lnTo>
                <a:lnTo>
                  <a:pt x="487" y="3601"/>
                </a:lnTo>
                <a:lnTo>
                  <a:pt x="341" y="4015"/>
                </a:lnTo>
                <a:lnTo>
                  <a:pt x="220" y="4453"/>
                </a:lnTo>
                <a:lnTo>
                  <a:pt x="122" y="4891"/>
                </a:lnTo>
                <a:lnTo>
                  <a:pt x="49" y="5329"/>
                </a:lnTo>
                <a:lnTo>
                  <a:pt x="25" y="5791"/>
                </a:lnTo>
                <a:lnTo>
                  <a:pt x="1" y="6254"/>
                </a:lnTo>
                <a:lnTo>
                  <a:pt x="25" y="6692"/>
                </a:lnTo>
                <a:lnTo>
                  <a:pt x="74" y="7154"/>
                </a:lnTo>
                <a:lnTo>
                  <a:pt x="122" y="7616"/>
                </a:lnTo>
                <a:lnTo>
                  <a:pt x="220" y="8054"/>
                </a:lnTo>
                <a:lnTo>
                  <a:pt x="317" y="8492"/>
                </a:lnTo>
                <a:lnTo>
                  <a:pt x="463" y="8930"/>
                </a:lnTo>
                <a:lnTo>
                  <a:pt x="609" y="9368"/>
                </a:lnTo>
                <a:lnTo>
                  <a:pt x="779" y="9806"/>
                </a:lnTo>
                <a:lnTo>
                  <a:pt x="974" y="10244"/>
                </a:lnTo>
                <a:lnTo>
                  <a:pt x="1193" y="10682"/>
                </a:lnTo>
                <a:lnTo>
                  <a:pt x="1412" y="11096"/>
                </a:lnTo>
                <a:lnTo>
                  <a:pt x="1680" y="11509"/>
                </a:lnTo>
                <a:lnTo>
                  <a:pt x="1947" y="11899"/>
                </a:lnTo>
                <a:lnTo>
                  <a:pt x="2239" y="12288"/>
                </a:lnTo>
                <a:lnTo>
                  <a:pt x="2531" y="12677"/>
                </a:lnTo>
                <a:lnTo>
                  <a:pt x="2969" y="13213"/>
                </a:lnTo>
                <a:lnTo>
                  <a:pt x="3407" y="13748"/>
                </a:lnTo>
                <a:lnTo>
                  <a:pt x="3626" y="14040"/>
                </a:lnTo>
                <a:lnTo>
                  <a:pt x="3869" y="14283"/>
                </a:lnTo>
                <a:lnTo>
                  <a:pt x="4113" y="14527"/>
                </a:lnTo>
                <a:lnTo>
                  <a:pt x="4380" y="14746"/>
                </a:lnTo>
                <a:lnTo>
                  <a:pt x="4502" y="14867"/>
                </a:lnTo>
                <a:lnTo>
                  <a:pt x="4697" y="15086"/>
                </a:lnTo>
                <a:lnTo>
                  <a:pt x="5159" y="15622"/>
                </a:lnTo>
                <a:lnTo>
                  <a:pt x="5621" y="16133"/>
                </a:lnTo>
                <a:lnTo>
                  <a:pt x="5792" y="16303"/>
                </a:lnTo>
                <a:lnTo>
                  <a:pt x="5865" y="16352"/>
                </a:lnTo>
                <a:lnTo>
                  <a:pt x="5913" y="16352"/>
                </a:lnTo>
                <a:lnTo>
                  <a:pt x="6084" y="16327"/>
                </a:lnTo>
                <a:lnTo>
                  <a:pt x="6230" y="16279"/>
                </a:lnTo>
                <a:lnTo>
                  <a:pt x="6351" y="16230"/>
                </a:lnTo>
                <a:lnTo>
                  <a:pt x="6473" y="16157"/>
                </a:lnTo>
                <a:lnTo>
                  <a:pt x="6716" y="15962"/>
                </a:lnTo>
                <a:lnTo>
                  <a:pt x="6911" y="15743"/>
                </a:lnTo>
                <a:lnTo>
                  <a:pt x="8176" y="14259"/>
                </a:lnTo>
                <a:lnTo>
                  <a:pt x="8833" y="13480"/>
                </a:lnTo>
                <a:lnTo>
                  <a:pt x="9466" y="12677"/>
                </a:lnTo>
                <a:lnTo>
                  <a:pt x="10074" y="11874"/>
                </a:lnTo>
                <a:lnTo>
                  <a:pt x="10634" y="11023"/>
                </a:lnTo>
                <a:lnTo>
                  <a:pt x="10877" y="10609"/>
                </a:lnTo>
                <a:lnTo>
                  <a:pt x="11121" y="10195"/>
                </a:lnTo>
                <a:lnTo>
                  <a:pt x="11340" y="9782"/>
                </a:lnTo>
                <a:lnTo>
                  <a:pt x="11534" y="9344"/>
                </a:lnTo>
                <a:lnTo>
                  <a:pt x="11704" y="8930"/>
                </a:lnTo>
                <a:lnTo>
                  <a:pt x="11875" y="8492"/>
                </a:lnTo>
                <a:lnTo>
                  <a:pt x="12021" y="8030"/>
                </a:lnTo>
                <a:lnTo>
                  <a:pt x="12118" y="7592"/>
                </a:lnTo>
                <a:lnTo>
                  <a:pt x="12215" y="7130"/>
                </a:lnTo>
                <a:lnTo>
                  <a:pt x="12264" y="6667"/>
                </a:lnTo>
                <a:lnTo>
                  <a:pt x="12288" y="6205"/>
                </a:lnTo>
                <a:lnTo>
                  <a:pt x="12288" y="5743"/>
                </a:lnTo>
                <a:lnTo>
                  <a:pt x="12240" y="5280"/>
                </a:lnTo>
                <a:lnTo>
                  <a:pt x="12167" y="4818"/>
                </a:lnTo>
                <a:lnTo>
                  <a:pt x="12045" y="4380"/>
                </a:lnTo>
                <a:lnTo>
                  <a:pt x="11899" y="3918"/>
                </a:lnTo>
                <a:lnTo>
                  <a:pt x="11729" y="3528"/>
                </a:lnTo>
                <a:lnTo>
                  <a:pt x="11534" y="3163"/>
                </a:lnTo>
                <a:lnTo>
                  <a:pt x="11315" y="2798"/>
                </a:lnTo>
                <a:lnTo>
                  <a:pt x="11096" y="2458"/>
                </a:lnTo>
                <a:lnTo>
                  <a:pt x="10829" y="2141"/>
                </a:lnTo>
                <a:lnTo>
                  <a:pt x="10537" y="1825"/>
                </a:lnTo>
                <a:lnTo>
                  <a:pt x="10245" y="1557"/>
                </a:lnTo>
                <a:lnTo>
                  <a:pt x="9928" y="1290"/>
                </a:lnTo>
                <a:lnTo>
                  <a:pt x="9588" y="1047"/>
                </a:lnTo>
                <a:lnTo>
                  <a:pt x="9223" y="828"/>
                </a:lnTo>
                <a:lnTo>
                  <a:pt x="8858" y="633"/>
                </a:lnTo>
                <a:lnTo>
                  <a:pt x="8493" y="463"/>
                </a:lnTo>
                <a:lnTo>
                  <a:pt x="8103" y="317"/>
                </a:lnTo>
                <a:lnTo>
                  <a:pt x="7714" y="195"/>
                </a:lnTo>
                <a:lnTo>
                  <a:pt x="7300" y="98"/>
                </a:lnTo>
                <a:lnTo>
                  <a:pt x="6887" y="49"/>
                </a:lnTo>
                <a:lnTo>
                  <a:pt x="6473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D9EEB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3"/>
          <p:cNvSpPr txBox="1">
            <a:spLocks noGrp="1"/>
          </p:cNvSpPr>
          <p:nvPr>
            <p:ph type="body" idx="1"/>
          </p:nvPr>
        </p:nvSpPr>
        <p:spPr>
          <a:xfrm>
            <a:off x="2159238" y="1325050"/>
            <a:ext cx="48255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Can we help Airbnb hosts better understand the hospitality market?</a:t>
            </a:r>
            <a:endParaRPr/>
          </a:p>
        </p:txBody>
      </p:sp>
      <p:sp>
        <p:nvSpPr>
          <p:cNvPr id="532" name="Google Shape;532;p13"/>
          <p:cNvSpPr txBox="1">
            <a:spLocks noGrp="1"/>
          </p:cNvSpPr>
          <p:nvPr>
            <p:ph type="sldNum" idx="12"/>
          </p:nvPr>
        </p:nvSpPr>
        <p:spPr>
          <a:xfrm>
            <a:off x="4297650" y="4853299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533" name="Google Shape;533;p13"/>
          <p:cNvSpPr txBox="1">
            <a:spLocks noGrp="1"/>
          </p:cNvSpPr>
          <p:nvPr>
            <p:ph type="body" idx="1"/>
          </p:nvPr>
        </p:nvSpPr>
        <p:spPr>
          <a:xfrm>
            <a:off x="2159238" y="3360338"/>
            <a:ext cx="4825500" cy="4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Make informed decisions to increase revenue</a:t>
            </a:r>
            <a:endParaRPr/>
          </a:p>
        </p:txBody>
      </p:sp>
      <p:sp>
        <p:nvSpPr>
          <p:cNvPr id="534" name="Google Shape;534;p13"/>
          <p:cNvSpPr/>
          <p:nvPr/>
        </p:nvSpPr>
        <p:spPr>
          <a:xfrm>
            <a:off x="4295400" y="2419800"/>
            <a:ext cx="553200" cy="678900"/>
          </a:xfrm>
          <a:prstGeom prst="downArrow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5" name="Google Shape;535;p13"/>
          <p:cNvGrpSpPr/>
          <p:nvPr/>
        </p:nvGrpSpPr>
        <p:grpSpPr>
          <a:xfrm>
            <a:off x="3793839" y="4106823"/>
            <a:ext cx="1556321" cy="458097"/>
            <a:chOff x="4125267" y="4274747"/>
            <a:chExt cx="985512" cy="290081"/>
          </a:xfrm>
        </p:grpSpPr>
        <p:sp>
          <p:nvSpPr>
            <p:cNvPr id="536" name="Google Shape;536;p13"/>
            <p:cNvSpPr/>
            <p:nvPr/>
          </p:nvSpPr>
          <p:spPr>
            <a:xfrm>
              <a:off x="4388921" y="4311010"/>
              <a:ext cx="274936" cy="217580"/>
            </a:xfrm>
            <a:custGeom>
              <a:avLst/>
              <a:gdLst/>
              <a:ahLst/>
              <a:cxnLst/>
              <a:rect l="l" t="t" r="r" b="b"/>
              <a:pathLst>
                <a:path w="19126" h="15136" extrusionOk="0">
                  <a:moveTo>
                    <a:pt x="8979" y="2628"/>
                  </a:moveTo>
                  <a:lnTo>
                    <a:pt x="8687" y="2653"/>
                  </a:lnTo>
                  <a:lnTo>
                    <a:pt x="8395" y="2701"/>
                  </a:lnTo>
                  <a:lnTo>
                    <a:pt x="7811" y="2799"/>
                  </a:lnTo>
                  <a:lnTo>
                    <a:pt x="7543" y="2872"/>
                  </a:lnTo>
                  <a:lnTo>
                    <a:pt x="7251" y="2969"/>
                  </a:lnTo>
                  <a:lnTo>
                    <a:pt x="7130" y="3042"/>
                  </a:lnTo>
                  <a:lnTo>
                    <a:pt x="7008" y="3139"/>
                  </a:lnTo>
                  <a:lnTo>
                    <a:pt x="6935" y="3237"/>
                  </a:lnTo>
                  <a:lnTo>
                    <a:pt x="6886" y="3383"/>
                  </a:lnTo>
                  <a:lnTo>
                    <a:pt x="6886" y="3456"/>
                  </a:lnTo>
                  <a:lnTo>
                    <a:pt x="6935" y="3529"/>
                  </a:lnTo>
                  <a:lnTo>
                    <a:pt x="7032" y="3553"/>
                  </a:lnTo>
                  <a:lnTo>
                    <a:pt x="7105" y="3577"/>
                  </a:lnTo>
                  <a:lnTo>
                    <a:pt x="7203" y="3577"/>
                  </a:lnTo>
                  <a:lnTo>
                    <a:pt x="7300" y="3553"/>
                  </a:lnTo>
                  <a:lnTo>
                    <a:pt x="7470" y="3480"/>
                  </a:lnTo>
                  <a:lnTo>
                    <a:pt x="7641" y="3407"/>
                  </a:lnTo>
                  <a:lnTo>
                    <a:pt x="7908" y="3334"/>
                  </a:lnTo>
                  <a:lnTo>
                    <a:pt x="8176" y="3261"/>
                  </a:lnTo>
                  <a:lnTo>
                    <a:pt x="8736" y="3188"/>
                  </a:lnTo>
                  <a:lnTo>
                    <a:pt x="9076" y="3164"/>
                  </a:lnTo>
                  <a:lnTo>
                    <a:pt x="9563" y="3139"/>
                  </a:lnTo>
                  <a:lnTo>
                    <a:pt x="9806" y="3164"/>
                  </a:lnTo>
                  <a:lnTo>
                    <a:pt x="10025" y="3212"/>
                  </a:lnTo>
                  <a:lnTo>
                    <a:pt x="10196" y="3261"/>
                  </a:lnTo>
                  <a:lnTo>
                    <a:pt x="10269" y="3310"/>
                  </a:lnTo>
                  <a:lnTo>
                    <a:pt x="10317" y="3383"/>
                  </a:lnTo>
                  <a:lnTo>
                    <a:pt x="10390" y="3456"/>
                  </a:lnTo>
                  <a:lnTo>
                    <a:pt x="10487" y="3504"/>
                  </a:lnTo>
                  <a:lnTo>
                    <a:pt x="10585" y="3504"/>
                  </a:lnTo>
                  <a:lnTo>
                    <a:pt x="10682" y="3456"/>
                  </a:lnTo>
                  <a:lnTo>
                    <a:pt x="10755" y="3407"/>
                  </a:lnTo>
                  <a:lnTo>
                    <a:pt x="10804" y="3310"/>
                  </a:lnTo>
                  <a:lnTo>
                    <a:pt x="10828" y="3212"/>
                  </a:lnTo>
                  <a:lnTo>
                    <a:pt x="10779" y="3091"/>
                  </a:lnTo>
                  <a:lnTo>
                    <a:pt x="10706" y="2993"/>
                  </a:lnTo>
                  <a:lnTo>
                    <a:pt x="10633" y="2920"/>
                  </a:lnTo>
                  <a:lnTo>
                    <a:pt x="10536" y="2847"/>
                  </a:lnTo>
                  <a:lnTo>
                    <a:pt x="10439" y="2799"/>
                  </a:lnTo>
                  <a:lnTo>
                    <a:pt x="10220" y="2726"/>
                  </a:lnTo>
                  <a:lnTo>
                    <a:pt x="9952" y="2653"/>
                  </a:lnTo>
                  <a:lnTo>
                    <a:pt x="9709" y="2628"/>
                  </a:lnTo>
                  <a:close/>
                  <a:moveTo>
                    <a:pt x="13797" y="3577"/>
                  </a:moveTo>
                  <a:lnTo>
                    <a:pt x="13578" y="3601"/>
                  </a:lnTo>
                  <a:lnTo>
                    <a:pt x="13334" y="3650"/>
                  </a:lnTo>
                  <a:lnTo>
                    <a:pt x="13115" y="3723"/>
                  </a:lnTo>
                  <a:lnTo>
                    <a:pt x="13018" y="3772"/>
                  </a:lnTo>
                  <a:lnTo>
                    <a:pt x="12945" y="3845"/>
                  </a:lnTo>
                  <a:lnTo>
                    <a:pt x="12945" y="3893"/>
                  </a:lnTo>
                  <a:lnTo>
                    <a:pt x="12945" y="3918"/>
                  </a:lnTo>
                  <a:lnTo>
                    <a:pt x="13042" y="3942"/>
                  </a:lnTo>
                  <a:lnTo>
                    <a:pt x="13140" y="3966"/>
                  </a:lnTo>
                  <a:lnTo>
                    <a:pt x="13334" y="3966"/>
                  </a:lnTo>
                  <a:lnTo>
                    <a:pt x="13699" y="3942"/>
                  </a:lnTo>
                  <a:lnTo>
                    <a:pt x="13918" y="3942"/>
                  </a:lnTo>
                  <a:lnTo>
                    <a:pt x="14137" y="3966"/>
                  </a:lnTo>
                  <a:lnTo>
                    <a:pt x="14356" y="3966"/>
                  </a:lnTo>
                  <a:lnTo>
                    <a:pt x="14478" y="3942"/>
                  </a:lnTo>
                  <a:lnTo>
                    <a:pt x="14575" y="3918"/>
                  </a:lnTo>
                  <a:lnTo>
                    <a:pt x="14600" y="3893"/>
                  </a:lnTo>
                  <a:lnTo>
                    <a:pt x="14600" y="3869"/>
                  </a:lnTo>
                  <a:lnTo>
                    <a:pt x="14624" y="3820"/>
                  </a:lnTo>
                  <a:lnTo>
                    <a:pt x="14600" y="3772"/>
                  </a:lnTo>
                  <a:lnTo>
                    <a:pt x="14527" y="3699"/>
                  </a:lnTo>
                  <a:lnTo>
                    <a:pt x="14454" y="3650"/>
                  </a:lnTo>
                  <a:lnTo>
                    <a:pt x="14381" y="3601"/>
                  </a:lnTo>
                  <a:lnTo>
                    <a:pt x="14186" y="3577"/>
                  </a:lnTo>
                  <a:close/>
                  <a:moveTo>
                    <a:pt x="3650" y="5548"/>
                  </a:moveTo>
                  <a:lnTo>
                    <a:pt x="3553" y="5597"/>
                  </a:lnTo>
                  <a:lnTo>
                    <a:pt x="3480" y="5621"/>
                  </a:lnTo>
                  <a:lnTo>
                    <a:pt x="3382" y="5694"/>
                  </a:lnTo>
                  <a:lnTo>
                    <a:pt x="3309" y="5767"/>
                  </a:lnTo>
                  <a:lnTo>
                    <a:pt x="3188" y="5937"/>
                  </a:lnTo>
                  <a:lnTo>
                    <a:pt x="3163" y="6035"/>
                  </a:lnTo>
                  <a:lnTo>
                    <a:pt x="3139" y="6132"/>
                  </a:lnTo>
                  <a:lnTo>
                    <a:pt x="3115" y="6254"/>
                  </a:lnTo>
                  <a:lnTo>
                    <a:pt x="3139" y="6375"/>
                  </a:lnTo>
                  <a:lnTo>
                    <a:pt x="3163" y="6473"/>
                  </a:lnTo>
                  <a:lnTo>
                    <a:pt x="3212" y="6594"/>
                  </a:lnTo>
                  <a:lnTo>
                    <a:pt x="3285" y="6692"/>
                  </a:lnTo>
                  <a:lnTo>
                    <a:pt x="3358" y="6765"/>
                  </a:lnTo>
                  <a:lnTo>
                    <a:pt x="3455" y="6838"/>
                  </a:lnTo>
                  <a:lnTo>
                    <a:pt x="3577" y="6886"/>
                  </a:lnTo>
                  <a:lnTo>
                    <a:pt x="3674" y="6911"/>
                  </a:lnTo>
                  <a:lnTo>
                    <a:pt x="3772" y="6935"/>
                  </a:lnTo>
                  <a:lnTo>
                    <a:pt x="3869" y="6911"/>
                  </a:lnTo>
                  <a:lnTo>
                    <a:pt x="3966" y="6911"/>
                  </a:lnTo>
                  <a:lnTo>
                    <a:pt x="4161" y="6813"/>
                  </a:lnTo>
                  <a:lnTo>
                    <a:pt x="4307" y="6692"/>
                  </a:lnTo>
                  <a:lnTo>
                    <a:pt x="4404" y="6521"/>
                  </a:lnTo>
                  <a:lnTo>
                    <a:pt x="4453" y="6351"/>
                  </a:lnTo>
                  <a:lnTo>
                    <a:pt x="4453" y="6181"/>
                  </a:lnTo>
                  <a:lnTo>
                    <a:pt x="4404" y="6010"/>
                  </a:lnTo>
                  <a:lnTo>
                    <a:pt x="4356" y="5937"/>
                  </a:lnTo>
                  <a:lnTo>
                    <a:pt x="4307" y="5840"/>
                  </a:lnTo>
                  <a:lnTo>
                    <a:pt x="4234" y="5743"/>
                  </a:lnTo>
                  <a:lnTo>
                    <a:pt x="4161" y="5670"/>
                  </a:lnTo>
                  <a:lnTo>
                    <a:pt x="4064" y="5621"/>
                  </a:lnTo>
                  <a:lnTo>
                    <a:pt x="3966" y="5572"/>
                  </a:lnTo>
                  <a:lnTo>
                    <a:pt x="3869" y="5548"/>
                  </a:lnTo>
                  <a:close/>
                  <a:moveTo>
                    <a:pt x="17495" y="7373"/>
                  </a:moveTo>
                  <a:lnTo>
                    <a:pt x="17739" y="7446"/>
                  </a:lnTo>
                  <a:lnTo>
                    <a:pt x="17617" y="7592"/>
                  </a:lnTo>
                  <a:lnTo>
                    <a:pt x="17447" y="7689"/>
                  </a:lnTo>
                  <a:lnTo>
                    <a:pt x="17447" y="7543"/>
                  </a:lnTo>
                  <a:lnTo>
                    <a:pt x="17495" y="7373"/>
                  </a:lnTo>
                  <a:close/>
                  <a:moveTo>
                    <a:pt x="5061" y="487"/>
                  </a:moveTo>
                  <a:lnTo>
                    <a:pt x="5256" y="560"/>
                  </a:lnTo>
                  <a:lnTo>
                    <a:pt x="5426" y="633"/>
                  </a:lnTo>
                  <a:lnTo>
                    <a:pt x="5621" y="682"/>
                  </a:lnTo>
                  <a:lnTo>
                    <a:pt x="5791" y="779"/>
                  </a:lnTo>
                  <a:lnTo>
                    <a:pt x="5913" y="852"/>
                  </a:lnTo>
                  <a:lnTo>
                    <a:pt x="6035" y="949"/>
                  </a:lnTo>
                  <a:lnTo>
                    <a:pt x="6254" y="1168"/>
                  </a:lnTo>
                  <a:lnTo>
                    <a:pt x="6473" y="1387"/>
                  </a:lnTo>
                  <a:lnTo>
                    <a:pt x="6692" y="1606"/>
                  </a:lnTo>
                  <a:lnTo>
                    <a:pt x="6813" y="1655"/>
                  </a:lnTo>
                  <a:lnTo>
                    <a:pt x="6911" y="1655"/>
                  </a:lnTo>
                  <a:lnTo>
                    <a:pt x="7032" y="1631"/>
                  </a:lnTo>
                  <a:lnTo>
                    <a:pt x="7105" y="1558"/>
                  </a:lnTo>
                  <a:lnTo>
                    <a:pt x="8127" y="1485"/>
                  </a:lnTo>
                  <a:lnTo>
                    <a:pt x="9174" y="1485"/>
                  </a:lnTo>
                  <a:lnTo>
                    <a:pt x="9490" y="1509"/>
                  </a:lnTo>
                  <a:lnTo>
                    <a:pt x="9806" y="1558"/>
                  </a:lnTo>
                  <a:lnTo>
                    <a:pt x="10439" y="1679"/>
                  </a:lnTo>
                  <a:lnTo>
                    <a:pt x="11047" y="1850"/>
                  </a:lnTo>
                  <a:lnTo>
                    <a:pt x="11655" y="2044"/>
                  </a:lnTo>
                  <a:lnTo>
                    <a:pt x="12093" y="2239"/>
                  </a:lnTo>
                  <a:lnTo>
                    <a:pt x="12556" y="2409"/>
                  </a:lnTo>
                  <a:lnTo>
                    <a:pt x="12434" y="2458"/>
                  </a:lnTo>
                  <a:lnTo>
                    <a:pt x="12361" y="2507"/>
                  </a:lnTo>
                  <a:lnTo>
                    <a:pt x="12288" y="2580"/>
                  </a:lnTo>
                  <a:lnTo>
                    <a:pt x="12264" y="2677"/>
                  </a:lnTo>
                  <a:lnTo>
                    <a:pt x="12264" y="2701"/>
                  </a:lnTo>
                  <a:lnTo>
                    <a:pt x="12288" y="2726"/>
                  </a:lnTo>
                  <a:lnTo>
                    <a:pt x="12385" y="2774"/>
                  </a:lnTo>
                  <a:lnTo>
                    <a:pt x="12483" y="2750"/>
                  </a:lnTo>
                  <a:lnTo>
                    <a:pt x="12677" y="2726"/>
                  </a:lnTo>
                  <a:lnTo>
                    <a:pt x="12872" y="2701"/>
                  </a:lnTo>
                  <a:lnTo>
                    <a:pt x="12969" y="2677"/>
                  </a:lnTo>
                  <a:lnTo>
                    <a:pt x="13042" y="2653"/>
                  </a:lnTo>
                  <a:lnTo>
                    <a:pt x="13626" y="2993"/>
                  </a:lnTo>
                  <a:lnTo>
                    <a:pt x="13432" y="3018"/>
                  </a:lnTo>
                  <a:lnTo>
                    <a:pt x="12896" y="3066"/>
                  </a:lnTo>
                  <a:lnTo>
                    <a:pt x="12653" y="3115"/>
                  </a:lnTo>
                  <a:lnTo>
                    <a:pt x="12410" y="3212"/>
                  </a:lnTo>
                  <a:lnTo>
                    <a:pt x="12385" y="3237"/>
                  </a:lnTo>
                  <a:lnTo>
                    <a:pt x="12410" y="3261"/>
                  </a:lnTo>
                  <a:lnTo>
                    <a:pt x="12531" y="3285"/>
                  </a:lnTo>
                  <a:lnTo>
                    <a:pt x="12653" y="3310"/>
                  </a:lnTo>
                  <a:lnTo>
                    <a:pt x="12921" y="3310"/>
                  </a:lnTo>
                  <a:lnTo>
                    <a:pt x="13432" y="3261"/>
                  </a:lnTo>
                  <a:lnTo>
                    <a:pt x="13699" y="3261"/>
                  </a:lnTo>
                  <a:lnTo>
                    <a:pt x="13991" y="3237"/>
                  </a:lnTo>
                  <a:lnTo>
                    <a:pt x="14259" y="3456"/>
                  </a:lnTo>
                  <a:lnTo>
                    <a:pt x="14527" y="3699"/>
                  </a:lnTo>
                  <a:lnTo>
                    <a:pt x="14819" y="3966"/>
                  </a:lnTo>
                  <a:lnTo>
                    <a:pt x="15062" y="4283"/>
                  </a:lnTo>
                  <a:lnTo>
                    <a:pt x="14794" y="4258"/>
                  </a:lnTo>
                  <a:lnTo>
                    <a:pt x="14551" y="4283"/>
                  </a:lnTo>
                  <a:lnTo>
                    <a:pt x="14308" y="4283"/>
                  </a:lnTo>
                  <a:lnTo>
                    <a:pt x="14016" y="4307"/>
                  </a:lnTo>
                  <a:lnTo>
                    <a:pt x="13870" y="4331"/>
                  </a:lnTo>
                  <a:lnTo>
                    <a:pt x="13724" y="4380"/>
                  </a:lnTo>
                  <a:lnTo>
                    <a:pt x="13626" y="4453"/>
                  </a:lnTo>
                  <a:lnTo>
                    <a:pt x="13529" y="4526"/>
                  </a:lnTo>
                  <a:lnTo>
                    <a:pt x="13529" y="4550"/>
                  </a:lnTo>
                  <a:lnTo>
                    <a:pt x="13553" y="4575"/>
                  </a:lnTo>
                  <a:lnTo>
                    <a:pt x="13651" y="4623"/>
                  </a:lnTo>
                  <a:lnTo>
                    <a:pt x="13748" y="4648"/>
                  </a:lnTo>
                  <a:lnTo>
                    <a:pt x="13967" y="4648"/>
                  </a:lnTo>
                  <a:lnTo>
                    <a:pt x="14429" y="4623"/>
                  </a:lnTo>
                  <a:lnTo>
                    <a:pt x="14770" y="4623"/>
                  </a:lnTo>
                  <a:lnTo>
                    <a:pt x="15086" y="4648"/>
                  </a:lnTo>
                  <a:lnTo>
                    <a:pt x="15232" y="4672"/>
                  </a:lnTo>
                  <a:lnTo>
                    <a:pt x="15354" y="4672"/>
                  </a:lnTo>
                  <a:lnTo>
                    <a:pt x="15549" y="5037"/>
                  </a:lnTo>
                  <a:lnTo>
                    <a:pt x="15330" y="4988"/>
                  </a:lnTo>
                  <a:lnTo>
                    <a:pt x="14600" y="4988"/>
                  </a:lnTo>
                  <a:lnTo>
                    <a:pt x="14332" y="5037"/>
                  </a:lnTo>
                  <a:lnTo>
                    <a:pt x="14210" y="5086"/>
                  </a:lnTo>
                  <a:lnTo>
                    <a:pt x="14089" y="5134"/>
                  </a:lnTo>
                  <a:lnTo>
                    <a:pt x="14064" y="5159"/>
                  </a:lnTo>
                  <a:lnTo>
                    <a:pt x="14064" y="5183"/>
                  </a:lnTo>
                  <a:lnTo>
                    <a:pt x="14064" y="5207"/>
                  </a:lnTo>
                  <a:lnTo>
                    <a:pt x="14089" y="5232"/>
                  </a:lnTo>
                  <a:lnTo>
                    <a:pt x="14186" y="5256"/>
                  </a:lnTo>
                  <a:lnTo>
                    <a:pt x="14283" y="5280"/>
                  </a:lnTo>
                  <a:lnTo>
                    <a:pt x="14502" y="5305"/>
                  </a:lnTo>
                  <a:lnTo>
                    <a:pt x="14916" y="5305"/>
                  </a:lnTo>
                  <a:lnTo>
                    <a:pt x="15305" y="5329"/>
                  </a:lnTo>
                  <a:lnTo>
                    <a:pt x="15695" y="5378"/>
                  </a:lnTo>
                  <a:lnTo>
                    <a:pt x="15792" y="5645"/>
                  </a:lnTo>
                  <a:lnTo>
                    <a:pt x="15889" y="5913"/>
                  </a:lnTo>
                  <a:lnTo>
                    <a:pt x="15743" y="5864"/>
                  </a:lnTo>
                  <a:lnTo>
                    <a:pt x="15597" y="5816"/>
                  </a:lnTo>
                  <a:lnTo>
                    <a:pt x="15305" y="5767"/>
                  </a:lnTo>
                  <a:lnTo>
                    <a:pt x="15038" y="5743"/>
                  </a:lnTo>
                  <a:lnTo>
                    <a:pt x="14746" y="5718"/>
                  </a:lnTo>
                  <a:lnTo>
                    <a:pt x="14454" y="5718"/>
                  </a:lnTo>
                  <a:lnTo>
                    <a:pt x="14186" y="5767"/>
                  </a:lnTo>
                  <a:lnTo>
                    <a:pt x="14162" y="5767"/>
                  </a:lnTo>
                  <a:lnTo>
                    <a:pt x="14137" y="5791"/>
                  </a:lnTo>
                  <a:lnTo>
                    <a:pt x="14162" y="5816"/>
                  </a:lnTo>
                  <a:lnTo>
                    <a:pt x="14162" y="5840"/>
                  </a:lnTo>
                  <a:lnTo>
                    <a:pt x="14259" y="5889"/>
                  </a:lnTo>
                  <a:lnTo>
                    <a:pt x="14381" y="5937"/>
                  </a:lnTo>
                  <a:lnTo>
                    <a:pt x="14600" y="5986"/>
                  </a:lnTo>
                  <a:lnTo>
                    <a:pt x="15038" y="6010"/>
                  </a:lnTo>
                  <a:lnTo>
                    <a:pt x="15354" y="6083"/>
                  </a:lnTo>
                  <a:lnTo>
                    <a:pt x="15670" y="6156"/>
                  </a:lnTo>
                  <a:lnTo>
                    <a:pt x="15841" y="6229"/>
                  </a:lnTo>
                  <a:lnTo>
                    <a:pt x="15914" y="6254"/>
                  </a:lnTo>
                  <a:lnTo>
                    <a:pt x="15987" y="6278"/>
                  </a:lnTo>
                  <a:lnTo>
                    <a:pt x="16035" y="6570"/>
                  </a:lnTo>
                  <a:lnTo>
                    <a:pt x="16084" y="6838"/>
                  </a:lnTo>
                  <a:lnTo>
                    <a:pt x="15914" y="6740"/>
                  </a:lnTo>
                  <a:lnTo>
                    <a:pt x="15743" y="6667"/>
                  </a:lnTo>
                  <a:lnTo>
                    <a:pt x="15524" y="6619"/>
                  </a:lnTo>
                  <a:lnTo>
                    <a:pt x="15305" y="6594"/>
                  </a:lnTo>
                  <a:lnTo>
                    <a:pt x="14867" y="6546"/>
                  </a:lnTo>
                  <a:lnTo>
                    <a:pt x="14551" y="6497"/>
                  </a:lnTo>
                  <a:lnTo>
                    <a:pt x="14527" y="6497"/>
                  </a:lnTo>
                  <a:lnTo>
                    <a:pt x="14502" y="6546"/>
                  </a:lnTo>
                  <a:lnTo>
                    <a:pt x="14575" y="6619"/>
                  </a:lnTo>
                  <a:lnTo>
                    <a:pt x="14624" y="6667"/>
                  </a:lnTo>
                  <a:lnTo>
                    <a:pt x="14794" y="6765"/>
                  </a:lnTo>
                  <a:lnTo>
                    <a:pt x="14965" y="6838"/>
                  </a:lnTo>
                  <a:lnTo>
                    <a:pt x="15159" y="6886"/>
                  </a:lnTo>
                  <a:lnTo>
                    <a:pt x="15378" y="6935"/>
                  </a:lnTo>
                  <a:lnTo>
                    <a:pt x="15597" y="7008"/>
                  </a:lnTo>
                  <a:lnTo>
                    <a:pt x="15816" y="7105"/>
                  </a:lnTo>
                  <a:lnTo>
                    <a:pt x="15987" y="7227"/>
                  </a:lnTo>
                  <a:lnTo>
                    <a:pt x="16060" y="7276"/>
                  </a:lnTo>
                  <a:lnTo>
                    <a:pt x="16108" y="7276"/>
                  </a:lnTo>
                  <a:lnTo>
                    <a:pt x="16133" y="7762"/>
                  </a:lnTo>
                  <a:lnTo>
                    <a:pt x="16060" y="7714"/>
                  </a:lnTo>
                  <a:lnTo>
                    <a:pt x="15743" y="7519"/>
                  </a:lnTo>
                  <a:lnTo>
                    <a:pt x="15427" y="7324"/>
                  </a:lnTo>
                  <a:lnTo>
                    <a:pt x="15281" y="7276"/>
                  </a:lnTo>
                  <a:lnTo>
                    <a:pt x="15013" y="7203"/>
                  </a:lnTo>
                  <a:lnTo>
                    <a:pt x="14794" y="7203"/>
                  </a:lnTo>
                  <a:lnTo>
                    <a:pt x="14770" y="7227"/>
                  </a:lnTo>
                  <a:lnTo>
                    <a:pt x="14746" y="7251"/>
                  </a:lnTo>
                  <a:lnTo>
                    <a:pt x="14746" y="7276"/>
                  </a:lnTo>
                  <a:lnTo>
                    <a:pt x="14746" y="7324"/>
                  </a:lnTo>
                  <a:lnTo>
                    <a:pt x="14794" y="7373"/>
                  </a:lnTo>
                  <a:lnTo>
                    <a:pt x="14843" y="7397"/>
                  </a:lnTo>
                  <a:lnTo>
                    <a:pt x="14965" y="7470"/>
                  </a:lnTo>
                  <a:lnTo>
                    <a:pt x="15378" y="7689"/>
                  </a:lnTo>
                  <a:lnTo>
                    <a:pt x="15597" y="7835"/>
                  </a:lnTo>
                  <a:lnTo>
                    <a:pt x="15816" y="7981"/>
                  </a:lnTo>
                  <a:lnTo>
                    <a:pt x="15962" y="8103"/>
                  </a:lnTo>
                  <a:lnTo>
                    <a:pt x="16108" y="8200"/>
                  </a:lnTo>
                  <a:lnTo>
                    <a:pt x="16035" y="8784"/>
                  </a:lnTo>
                  <a:lnTo>
                    <a:pt x="15914" y="8687"/>
                  </a:lnTo>
                  <a:lnTo>
                    <a:pt x="15792" y="8590"/>
                  </a:lnTo>
                  <a:lnTo>
                    <a:pt x="15549" y="8419"/>
                  </a:lnTo>
                  <a:lnTo>
                    <a:pt x="15354" y="8273"/>
                  </a:lnTo>
                  <a:lnTo>
                    <a:pt x="15111" y="8152"/>
                  </a:lnTo>
                  <a:lnTo>
                    <a:pt x="14867" y="8030"/>
                  </a:lnTo>
                  <a:lnTo>
                    <a:pt x="14746" y="7981"/>
                  </a:lnTo>
                  <a:lnTo>
                    <a:pt x="14624" y="7957"/>
                  </a:lnTo>
                  <a:lnTo>
                    <a:pt x="14600" y="7981"/>
                  </a:lnTo>
                  <a:lnTo>
                    <a:pt x="14575" y="8006"/>
                  </a:lnTo>
                  <a:lnTo>
                    <a:pt x="14575" y="8054"/>
                  </a:lnTo>
                  <a:lnTo>
                    <a:pt x="14575" y="8079"/>
                  </a:lnTo>
                  <a:lnTo>
                    <a:pt x="14746" y="8249"/>
                  </a:lnTo>
                  <a:lnTo>
                    <a:pt x="14940" y="8371"/>
                  </a:lnTo>
                  <a:lnTo>
                    <a:pt x="15330" y="8638"/>
                  </a:lnTo>
                  <a:lnTo>
                    <a:pt x="15622" y="8882"/>
                  </a:lnTo>
                  <a:lnTo>
                    <a:pt x="15792" y="9003"/>
                  </a:lnTo>
                  <a:lnTo>
                    <a:pt x="15962" y="9101"/>
                  </a:lnTo>
                  <a:lnTo>
                    <a:pt x="15889" y="9368"/>
                  </a:lnTo>
                  <a:lnTo>
                    <a:pt x="15792" y="9612"/>
                  </a:lnTo>
                  <a:lnTo>
                    <a:pt x="15695" y="9466"/>
                  </a:lnTo>
                  <a:lnTo>
                    <a:pt x="15549" y="9320"/>
                  </a:lnTo>
                  <a:lnTo>
                    <a:pt x="15281" y="9101"/>
                  </a:lnTo>
                  <a:lnTo>
                    <a:pt x="15135" y="8955"/>
                  </a:lnTo>
                  <a:lnTo>
                    <a:pt x="14965" y="8809"/>
                  </a:lnTo>
                  <a:lnTo>
                    <a:pt x="14794" y="8711"/>
                  </a:lnTo>
                  <a:lnTo>
                    <a:pt x="14697" y="8663"/>
                  </a:lnTo>
                  <a:lnTo>
                    <a:pt x="14600" y="8663"/>
                  </a:lnTo>
                  <a:lnTo>
                    <a:pt x="14600" y="8760"/>
                  </a:lnTo>
                  <a:lnTo>
                    <a:pt x="14648" y="8833"/>
                  </a:lnTo>
                  <a:lnTo>
                    <a:pt x="14746" y="9003"/>
                  </a:lnTo>
                  <a:lnTo>
                    <a:pt x="14867" y="9149"/>
                  </a:lnTo>
                  <a:lnTo>
                    <a:pt x="14989" y="9271"/>
                  </a:lnTo>
                  <a:lnTo>
                    <a:pt x="15330" y="9587"/>
                  </a:lnTo>
                  <a:lnTo>
                    <a:pt x="15476" y="9758"/>
                  </a:lnTo>
                  <a:lnTo>
                    <a:pt x="15549" y="9831"/>
                  </a:lnTo>
                  <a:lnTo>
                    <a:pt x="15646" y="9879"/>
                  </a:lnTo>
                  <a:lnTo>
                    <a:pt x="15646" y="9904"/>
                  </a:lnTo>
                  <a:lnTo>
                    <a:pt x="15476" y="10196"/>
                  </a:lnTo>
                  <a:lnTo>
                    <a:pt x="15232" y="10463"/>
                  </a:lnTo>
                  <a:lnTo>
                    <a:pt x="15232" y="10293"/>
                  </a:lnTo>
                  <a:lnTo>
                    <a:pt x="15159" y="10147"/>
                  </a:lnTo>
                  <a:lnTo>
                    <a:pt x="15013" y="9855"/>
                  </a:lnTo>
                  <a:lnTo>
                    <a:pt x="14843" y="9636"/>
                  </a:lnTo>
                  <a:lnTo>
                    <a:pt x="14673" y="9466"/>
                  </a:lnTo>
                  <a:lnTo>
                    <a:pt x="14454" y="9295"/>
                  </a:lnTo>
                  <a:lnTo>
                    <a:pt x="14235" y="9149"/>
                  </a:lnTo>
                  <a:lnTo>
                    <a:pt x="14186" y="9149"/>
                  </a:lnTo>
                  <a:lnTo>
                    <a:pt x="14186" y="9174"/>
                  </a:lnTo>
                  <a:lnTo>
                    <a:pt x="14308" y="9393"/>
                  </a:lnTo>
                  <a:lnTo>
                    <a:pt x="14429" y="9563"/>
                  </a:lnTo>
                  <a:lnTo>
                    <a:pt x="14697" y="9952"/>
                  </a:lnTo>
                  <a:lnTo>
                    <a:pt x="14794" y="10147"/>
                  </a:lnTo>
                  <a:lnTo>
                    <a:pt x="14867" y="10366"/>
                  </a:lnTo>
                  <a:lnTo>
                    <a:pt x="14916" y="10536"/>
                  </a:lnTo>
                  <a:lnTo>
                    <a:pt x="14965" y="10609"/>
                  </a:lnTo>
                  <a:lnTo>
                    <a:pt x="15038" y="10658"/>
                  </a:lnTo>
                  <a:lnTo>
                    <a:pt x="14892" y="10780"/>
                  </a:lnTo>
                  <a:lnTo>
                    <a:pt x="14843" y="10658"/>
                  </a:lnTo>
                  <a:lnTo>
                    <a:pt x="14794" y="10561"/>
                  </a:lnTo>
                  <a:lnTo>
                    <a:pt x="14648" y="10366"/>
                  </a:lnTo>
                  <a:lnTo>
                    <a:pt x="14308" y="10001"/>
                  </a:lnTo>
                  <a:lnTo>
                    <a:pt x="14113" y="9831"/>
                  </a:lnTo>
                  <a:lnTo>
                    <a:pt x="13918" y="9685"/>
                  </a:lnTo>
                  <a:lnTo>
                    <a:pt x="13894" y="9685"/>
                  </a:lnTo>
                  <a:lnTo>
                    <a:pt x="13870" y="9733"/>
                  </a:lnTo>
                  <a:lnTo>
                    <a:pt x="13918" y="9904"/>
                  </a:lnTo>
                  <a:lnTo>
                    <a:pt x="14016" y="10050"/>
                  </a:lnTo>
                  <a:lnTo>
                    <a:pt x="14113" y="10196"/>
                  </a:lnTo>
                  <a:lnTo>
                    <a:pt x="14235" y="10342"/>
                  </a:lnTo>
                  <a:lnTo>
                    <a:pt x="14356" y="10488"/>
                  </a:lnTo>
                  <a:lnTo>
                    <a:pt x="14478" y="10634"/>
                  </a:lnTo>
                  <a:lnTo>
                    <a:pt x="14575" y="10804"/>
                  </a:lnTo>
                  <a:lnTo>
                    <a:pt x="14600" y="10974"/>
                  </a:lnTo>
                  <a:lnTo>
                    <a:pt x="14502" y="11047"/>
                  </a:lnTo>
                  <a:lnTo>
                    <a:pt x="14356" y="10853"/>
                  </a:lnTo>
                  <a:lnTo>
                    <a:pt x="14186" y="10658"/>
                  </a:lnTo>
                  <a:lnTo>
                    <a:pt x="13991" y="10512"/>
                  </a:lnTo>
                  <a:lnTo>
                    <a:pt x="13797" y="10390"/>
                  </a:lnTo>
                  <a:lnTo>
                    <a:pt x="13772" y="10366"/>
                  </a:lnTo>
                  <a:lnTo>
                    <a:pt x="13724" y="10366"/>
                  </a:lnTo>
                  <a:lnTo>
                    <a:pt x="13675" y="10415"/>
                  </a:lnTo>
                  <a:lnTo>
                    <a:pt x="13651" y="10463"/>
                  </a:lnTo>
                  <a:lnTo>
                    <a:pt x="13651" y="10512"/>
                  </a:lnTo>
                  <a:lnTo>
                    <a:pt x="13675" y="10536"/>
                  </a:lnTo>
                  <a:lnTo>
                    <a:pt x="13845" y="10682"/>
                  </a:lnTo>
                  <a:lnTo>
                    <a:pt x="13991" y="10853"/>
                  </a:lnTo>
                  <a:lnTo>
                    <a:pt x="14113" y="11023"/>
                  </a:lnTo>
                  <a:lnTo>
                    <a:pt x="14235" y="11218"/>
                  </a:lnTo>
                  <a:lnTo>
                    <a:pt x="14040" y="11339"/>
                  </a:lnTo>
                  <a:lnTo>
                    <a:pt x="13918" y="11218"/>
                  </a:lnTo>
                  <a:lnTo>
                    <a:pt x="13797" y="11120"/>
                  </a:lnTo>
                  <a:lnTo>
                    <a:pt x="13675" y="11023"/>
                  </a:lnTo>
                  <a:lnTo>
                    <a:pt x="13578" y="10974"/>
                  </a:lnTo>
                  <a:lnTo>
                    <a:pt x="13529" y="10950"/>
                  </a:lnTo>
                  <a:lnTo>
                    <a:pt x="13480" y="10950"/>
                  </a:lnTo>
                  <a:lnTo>
                    <a:pt x="13407" y="10999"/>
                  </a:lnTo>
                  <a:lnTo>
                    <a:pt x="13407" y="11047"/>
                  </a:lnTo>
                  <a:lnTo>
                    <a:pt x="13383" y="11072"/>
                  </a:lnTo>
                  <a:lnTo>
                    <a:pt x="13407" y="11120"/>
                  </a:lnTo>
                  <a:lnTo>
                    <a:pt x="13432" y="11145"/>
                  </a:lnTo>
                  <a:lnTo>
                    <a:pt x="13553" y="11315"/>
                  </a:lnTo>
                  <a:lnTo>
                    <a:pt x="13675" y="11485"/>
                  </a:lnTo>
                  <a:lnTo>
                    <a:pt x="13724" y="11583"/>
                  </a:lnTo>
                  <a:lnTo>
                    <a:pt x="13553" y="11704"/>
                  </a:lnTo>
                  <a:lnTo>
                    <a:pt x="13432" y="11558"/>
                  </a:lnTo>
                  <a:lnTo>
                    <a:pt x="13261" y="11461"/>
                  </a:lnTo>
                  <a:lnTo>
                    <a:pt x="13213" y="11461"/>
                  </a:lnTo>
                  <a:lnTo>
                    <a:pt x="13188" y="11485"/>
                  </a:lnTo>
                  <a:lnTo>
                    <a:pt x="13188" y="11534"/>
                  </a:lnTo>
                  <a:lnTo>
                    <a:pt x="13213" y="11558"/>
                  </a:lnTo>
                  <a:lnTo>
                    <a:pt x="13261" y="11631"/>
                  </a:lnTo>
                  <a:lnTo>
                    <a:pt x="13310" y="11704"/>
                  </a:lnTo>
                  <a:lnTo>
                    <a:pt x="13359" y="11874"/>
                  </a:lnTo>
                  <a:lnTo>
                    <a:pt x="13359" y="11899"/>
                  </a:lnTo>
                  <a:lnTo>
                    <a:pt x="13237" y="12020"/>
                  </a:lnTo>
                  <a:lnTo>
                    <a:pt x="13188" y="12118"/>
                  </a:lnTo>
                  <a:lnTo>
                    <a:pt x="13164" y="12215"/>
                  </a:lnTo>
                  <a:lnTo>
                    <a:pt x="13188" y="12288"/>
                  </a:lnTo>
                  <a:lnTo>
                    <a:pt x="13213" y="12385"/>
                  </a:lnTo>
                  <a:lnTo>
                    <a:pt x="13213" y="12775"/>
                  </a:lnTo>
                  <a:lnTo>
                    <a:pt x="13237" y="13164"/>
                  </a:lnTo>
                  <a:lnTo>
                    <a:pt x="13237" y="13553"/>
                  </a:lnTo>
                  <a:lnTo>
                    <a:pt x="13213" y="13748"/>
                  </a:lnTo>
                  <a:lnTo>
                    <a:pt x="13188" y="13943"/>
                  </a:lnTo>
                  <a:lnTo>
                    <a:pt x="13140" y="14064"/>
                  </a:lnTo>
                  <a:lnTo>
                    <a:pt x="13067" y="14162"/>
                  </a:lnTo>
                  <a:lnTo>
                    <a:pt x="12994" y="14210"/>
                  </a:lnTo>
                  <a:lnTo>
                    <a:pt x="12921" y="14235"/>
                  </a:lnTo>
                  <a:lnTo>
                    <a:pt x="12823" y="14210"/>
                  </a:lnTo>
                  <a:lnTo>
                    <a:pt x="12726" y="14186"/>
                  </a:lnTo>
                  <a:lnTo>
                    <a:pt x="12507" y="14040"/>
                  </a:lnTo>
                  <a:lnTo>
                    <a:pt x="12288" y="13821"/>
                  </a:lnTo>
                  <a:lnTo>
                    <a:pt x="12069" y="13578"/>
                  </a:lnTo>
                  <a:lnTo>
                    <a:pt x="11728" y="13164"/>
                  </a:lnTo>
                  <a:lnTo>
                    <a:pt x="11850" y="13042"/>
                  </a:lnTo>
                  <a:lnTo>
                    <a:pt x="11923" y="12969"/>
                  </a:lnTo>
                  <a:lnTo>
                    <a:pt x="11947" y="12896"/>
                  </a:lnTo>
                  <a:lnTo>
                    <a:pt x="11947" y="12823"/>
                  </a:lnTo>
                  <a:lnTo>
                    <a:pt x="11923" y="12750"/>
                  </a:lnTo>
                  <a:lnTo>
                    <a:pt x="11874" y="12677"/>
                  </a:lnTo>
                  <a:lnTo>
                    <a:pt x="11826" y="12629"/>
                  </a:lnTo>
                  <a:lnTo>
                    <a:pt x="11777" y="12604"/>
                  </a:lnTo>
                  <a:lnTo>
                    <a:pt x="11680" y="12580"/>
                  </a:lnTo>
                  <a:lnTo>
                    <a:pt x="11655" y="12385"/>
                  </a:lnTo>
                  <a:lnTo>
                    <a:pt x="11631" y="12361"/>
                  </a:lnTo>
                  <a:lnTo>
                    <a:pt x="11582" y="12361"/>
                  </a:lnTo>
                  <a:lnTo>
                    <a:pt x="11582" y="12385"/>
                  </a:lnTo>
                  <a:lnTo>
                    <a:pt x="11558" y="12580"/>
                  </a:lnTo>
                  <a:lnTo>
                    <a:pt x="11509" y="12580"/>
                  </a:lnTo>
                  <a:lnTo>
                    <a:pt x="11485" y="12604"/>
                  </a:lnTo>
                  <a:lnTo>
                    <a:pt x="11461" y="12604"/>
                  </a:lnTo>
                  <a:lnTo>
                    <a:pt x="11242" y="12702"/>
                  </a:lnTo>
                  <a:lnTo>
                    <a:pt x="11169" y="12361"/>
                  </a:lnTo>
                  <a:lnTo>
                    <a:pt x="11144" y="12191"/>
                  </a:lnTo>
                  <a:lnTo>
                    <a:pt x="11169" y="12020"/>
                  </a:lnTo>
                  <a:lnTo>
                    <a:pt x="11144" y="11972"/>
                  </a:lnTo>
                  <a:lnTo>
                    <a:pt x="11120" y="11947"/>
                  </a:lnTo>
                  <a:lnTo>
                    <a:pt x="11071" y="11947"/>
                  </a:lnTo>
                  <a:lnTo>
                    <a:pt x="11047" y="11972"/>
                  </a:lnTo>
                  <a:lnTo>
                    <a:pt x="11023" y="12118"/>
                  </a:lnTo>
                  <a:lnTo>
                    <a:pt x="10998" y="12312"/>
                  </a:lnTo>
                  <a:lnTo>
                    <a:pt x="10998" y="12556"/>
                  </a:lnTo>
                  <a:lnTo>
                    <a:pt x="10998" y="12799"/>
                  </a:lnTo>
                  <a:lnTo>
                    <a:pt x="10633" y="12896"/>
                  </a:lnTo>
                  <a:lnTo>
                    <a:pt x="10609" y="12604"/>
                  </a:lnTo>
                  <a:lnTo>
                    <a:pt x="10560" y="12361"/>
                  </a:lnTo>
                  <a:lnTo>
                    <a:pt x="10512" y="12118"/>
                  </a:lnTo>
                  <a:lnTo>
                    <a:pt x="10390" y="11607"/>
                  </a:lnTo>
                  <a:lnTo>
                    <a:pt x="10366" y="11583"/>
                  </a:lnTo>
                  <a:lnTo>
                    <a:pt x="10342" y="11558"/>
                  </a:lnTo>
                  <a:lnTo>
                    <a:pt x="10293" y="11583"/>
                  </a:lnTo>
                  <a:lnTo>
                    <a:pt x="10269" y="11607"/>
                  </a:lnTo>
                  <a:lnTo>
                    <a:pt x="10244" y="11826"/>
                  </a:lnTo>
                  <a:lnTo>
                    <a:pt x="10244" y="12045"/>
                  </a:lnTo>
                  <a:lnTo>
                    <a:pt x="10269" y="12507"/>
                  </a:lnTo>
                  <a:lnTo>
                    <a:pt x="10269" y="12726"/>
                  </a:lnTo>
                  <a:lnTo>
                    <a:pt x="10269" y="12945"/>
                  </a:lnTo>
                  <a:lnTo>
                    <a:pt x="9636" y="12994"/>
                  </a:lnTo>
                  <a:lnTo>
                    <a:pt x="9612" y="12726"/>
                  </a:lnTo>
                  <a:lnTo>
                    <a:pt x="9612" y="12507"/>
                  </a:lnTo>
                  <a:lnTo>
                    <a:pt x="9612" y="12337"/>
                  </a:lnTo>
                  <a:lnTo>
                    <a:pt x="9612" y="12142"/>
                  </a:lnTo>
                  <a:lnTo>
                    <a:pt x="9563" y="11972"/>
                  </a:lnTo>
                  <a:lnTo>
                    <a:pt x="9514" y="11899"/>
                  </a:lnTo>
                  <a:lnTo>
                    <a:pt x="9466" y="11826"/>
                  </a:lnTo>
                  <a:lnTo>
                    <a:pt x="9417" y="11826"/>
                  </a:lnTo>
                  <a:lnTo>
                    <a:pt x="9393" y="11850"/>
                  </a:lnTo>
                  <a:lnTo>
                    <a:pt x="9344" y="12020"/>
                  </a:lnTo>
                  <a:lnTo>
                    <a:pt x="9320" y="12215"/>
                  </a:lnTo>
                  <a:lnTo>
                    <a:pt x="9295" y="12604"/>
                  </a:lnTo>
                  <a:lnTo>
                    <a:pt x="9271" y="12799"/>
                  </a:lnTo>
                  <a:lnTo>
                    <a:pt x="9247" y="12994"/>
                  </a:lnTo>
                  <a:lnTo>
                    <a:pt x="9052" y="12994"/>
                  </a:lnTo>
                  <a:lnTo>
                    <a:pt x="9003" y="12604"/>
                  </a:lnTo>
                  <a:lnTo>
                    <a:pt x="8930" y="12191"/>
                  </a:lnTo>
                  <a:lnTo>
                    <a:pt x="8857" y="11753"/>
                  </a:lnTo>
                  <a:lnTo>
                    <a:pt x="8833" y="11704"/>
                  </a:lnTo>
                  <a:lnTo>
                    <a:pt x="8784" y="11680"/>
                  </a:lnTo>
                  <a:lnTo>
                    <a:pt x="8711" y="11704"/>
                  </a:lnTo>
                  <a:lnTo>
                    <a:pt x="8711" y="11777"/>
                  </a:lnTo>
                  <a:lnTo>
                    <a:pt x="8711" y="12191"/>
                  </a:lnTo>
                  <a:lnTo>
                    <a:pt x="8687" y="12604"/>
                  </a:lnTo>
                  <a:lnTo>
                    <a:pt x="8687" y="12994"/>
                  </a:lnTo>
                  <a:lnTo>
                    <a:pt x="8176" y="12994"/>
                  </a:lnTo>
                  <a:lnTo>
                    <a:pt x="8200" y="12653"/>
                  </a:lnTo>
                  <a:lnTo>
                    <a:pt x="8273" y="12215"/>
                  </a:lnTo>
                  <a:lnTo>
                    <a:pt x="8346" y="11777"/>
                  </a:lnTo>
                  <a:lnTo>
                    <a:pt x="8346" y="11704"/>
                  </a:lnTo>
                  <a:lnTo>
                    <a:pt x="8298" y="11655"/>
                  </a:lnTo>
                  <a:lnTo>
                    <a:pt x="8249" y="11655"/>
                  </a:lnTo>
                  <a:lnTo>
                    <a:pt x="8200" y="11704"/>
                  </a:lnTo>
                  <a:lnTo>
                    <a:pt x="8079" y="11899"/>
                  </a:lnTo>
                  <a:lnTo>
                    <a:pt x="8006" y="12118"/>
                  </a:lnTo>
                  <a:lnTo>
                    <a:pt x="7933" y="12337"/>
                  </a:lnTo>
                  <a:lnTo>
                    <a:pt x="7884" y="12556"/>
                  </a:lnTo>
                  <a:lnTo>
                    <a:pt x="7835" y="12750"/>
                  </a:lnTo>
                  <a:lnTo>
                    <a:pt x="7811" y="12969"/>
                  </a:lnTo>
                  <a:lnTo>
                    <a:pt x="7300" y="12945"/>
                  </a:lnTo>
                  <a:lnTo>
                    <a:pt x="7349" y="12653"/>
                  </a:lnTo>
                  <a:lnTo>
                    <a:pt x="7397" y="12385"/>
                  </a:lnTo>
                  <a:lnTo>
                    <a:pt x="7495" y="12045"/>
                  </a:lnTo>
                  <a:lnTo>
                    <a:pt x="7592" y="11680"/>
                  </a:lnTo>
                  <a:lnTo>
                    <a:pt x="7568" y="11655"/>
                  </a:lnTo>
                  <a:lnTo>
                    <a:pt x="7543" y="11631"/>
                  </a:lnTo>
                  <a:lnTo>
                    <a:pt x="7470" y="11680"/>
                  </a:lnTo>
                  <a:lnTo>
                    <a:pt x="7397" y="11728"/>
                  </a:lnTo>
                  <a:lnTo>
                    <a:pt x="7276" y="11850"/>
                  </a:lnTo>
                  <a:lnTo>
                    <a:pt x="7178" y="11996"/>
                  </a:lnTo>
                  <a:lnTo>
                    <a:pt x="7130" y="12166"/>
                  </a:lnTo>
                  <a:lnTo>
                    <a:pt x="7008" y="12507"/>
                  </a:lnTo>
                  <a:lnTo>
                    <a:pt x="6959" y="12702"/>
                  </a:lnTo>
                  <a:lnTo>
                    <a:pt x="6935" y="12872"/>
                  </a:lnTo>
                  <a:lnTo>
                    <a:pt x="6473" y="12702"/>
                  </a:lnTo>
                  <a:lnTo>
                    <a:pt x="6521" y="12556"/>
                  </a:lnTo>
                  <a:lnTo>
                    <a:pt x="6546" y="12483"/>
                  </a:lnTo>
                  <a:lnTo>
                    <a:pt x="6546" y="12410"/>
                  </a:lnTo>
                  <a:lnTo>
                    <a:pt x="6546" y="12337"/>
                  </a:lnTo>
                  <a:lnTo>
                    <a:pt x="6497" y="12288"/>
                  </a:lnTo>
                  <a:lnTo>
                    <a:pt x="6473" y="12288"/>
                  </a:lnTo>
                  <a:lnTo>
                    <a:pt x="6375" y="12385"/>
                  </a:lnTo>
                  <a:lnTo>
                    <a:pt x="6302" y="12483"/>
                  </a:lnTo>
                  <a:lnTo>
                    <a:pt x="6181" y="12629"/>
                  </a:lnTo>
                  <a:lnTo>
                    <a:pt x="5889" y="12629"/>
                  </a:lnTo>
                  <a:lnTo>
                    <a:pt x="5816" y="12653"/>
                  </a:lnTo>
                  <a:lnTo>
                    <a:pt x="5743" y="12750"/>
                  </a:lnTo>
                  <a:lnTo>
                    <a:pt x="5743" y="12799"/>
                  </a:lnTo>
                  <a:lnTo>
                    <a:pt x="5743" y="12872"/>
                  </a:lnTo>
                  <a:lnTo>
                    <a:pt x="5743" y="12921"/>
                  </a:lnTo>
                  <a:lnTo>
                    <a:pt x="5791" y="12969"/>
                  </a:lnTo>
                  <a:lnTo>
                    <a:pt x="5986" y="13115"/>
                  </a:lnTo>
                  <a:lnTo>
                    <a:pt x="6181" y="13237"/>
                  </a:lnTo>
                  <a:lnTo>
                    <a:pt x="5986" y="13505"/>
                  </a:lnTo>
                  <a:lnTo>
                    <a:pt x="5767" y="13748"/>
                  </a:lnTo>
                  <a:lnTo>
                    <a:pt x="5305" y="14210"/>
                  </a:lnTo>
                  <a:lnTo>
                    <a:pt x="5134" y="14381"/>
                  </a:lnTo>
                  <a:lnTo>
                    <a:pt x="4988" y="14527"/>
                  </a:lnTo>
                  <a:lnTo>
                    <a:pt x="4891" y="14551"/>
                  </a:lnTo>
                  <a:lnTo>
                    <a:pt x="4818" y="14551"/>
                  </a:lnTo>
                  <a:lnTo>
                    <a:pt x="4721" y="14527"/>
                  </a:lnTo>
                  <a:lnTo>
                    <a:pt x="4648" y="14454"/>
                  </a:lnTo>
                  <a:lnTo>
                    <a:pt x="4648" y="13383"/>
                  </a:lnTo>
                  <a:lnTo>
                    <a:pt x="4623" y="12872"/>
                  </a:lnTo>
                  <a:lnTo>
                    <a:pt x="4599" y="12337"/>
                  </a:lnTo>
                  <a:lnTo>
                    <a:pt x="4575" y="12239"/>
                  </a:lnTo>
                  <a:lnTo>
                    <a:pt x="4526" y="12191"/>
                  </a:lnTo>
                  <a:lnTo>
                    <a:pt x="4502" y="12166"/>
                  </a:lnTo>
                  <a:lnTo>
                    <a:pt x="4404" y="12118"/>
                  </a:lnTo>
                  <a:lnTo>
                    <a:pt x="4307" y="12020"/>
                  </a:lnTo>
                  <a:lnTo>
                    <a:pt x="4185" y="11947"/>
                  </a:lnTo>
                  <a:lnTo>
                    <a:pt x="3918" y="11801"/>
                  </a:lnTo>
                  <a:lnTo>
                    <a:pt x="3650" y="11680"/>
                  </a:lnTo>
                  <a:lnTo>
                    <a:pt x="3407" y="11510"/>
                  </a:lnTo>
                  <a:lnTo>
                    <a:pt x="3163" y="11339"/>
                  </a:lnTo>
                  <a:lnTo>
                    <a:pt x="2920" y="11145"/>
                  </a:lnTo>
                  <a:lnTo>
                    <a:pt x="2677" y="10926"/>
                  </a:lnTo>
                  <a:lnTo>
                    <a:pt x="2482" y="10658"/>
                  </a:lnTo>
                  <a:lnTo>
                    <a:pt x="2288" y="10390"/>
                  </a:lnTo>
                  <a:lnTo>
                    <a:pt x="2117" y="10098"/>
                  </a:lnTo>
                  <a:lnTo>
                    <a:pt x="1947" y="9758"/>
                  </a:lnTo>
                  <a:lnTo>
                    <a:pt x="1850" y="9587"/>
                  </a:lnTo>
                  <a:lnTo>
                    <a:pt x="1752" y="9441"/>
                  </a:lnTo>
                  <a:lnTo>
                    <a:pt x="1704" y="9028"/>
                  </a:lnTo>
                  <a:lnTo>
                    <a:pt x="1655" y="8614"/>
                  </a:lnTo>
                  <a:lnTo>
                    <a:pt x="1655" y="8517"/>
                  </a:lnTo>
                  <a:lnTo>
                    <a:pt x="1631" y="8371"/>
                  </a:lnTo>
                  <a:lnTo>
                    <a:pt x="1582" y="8249"/>
                  </a:lnTo>
                  <a:lnTo>
                    <a:pt x="1533" y="8225"/>
                  </a:lnTo>
                  <a:lnTo>
                    <a:pt x="1485" y="8225"/>
                  </a:lnTo>
                  <a:lnTo>
                    <a:pt x="1412" y="8249"/>
                  </a:lnTo>
                  <a:lnTo>
                    <a:pt x="1363" y="8322"/>
                  </a:lnTo>
                  <a:lnTo>
                    <a:pt x="1339" y="8371"/>
                  </a:lnTo>
                  <a:lnTo>
                    <a:pt x="1314" y="8444"/>
                  </a:lnTo>
                  <a:lnTo>
                    <a:pt x="1290" y="8614"/>
                  </a:lnTo>
                  <a:lnTo>
                    <a:pt x="1266" y="8760"/>
                  </a:lnTo>
                  <a:lnTo>
                    <a:pt x="1266" y="8906"/>
                  </a:lnTo>
                  <a:lnTo>
                    <a:pt x="1266" y="9076"/>
                  </a:lnTo>
                  <a:lnTo>
                    <a:pt x="1120" y="9101"/>
                  </a:lnTo>
                  <a:lnTo>
                    <a:pt x="998" y="9149"/>
                  </a:lnTo>
                  <a:lnTo>
                    <a:pt x="828" y="9003"/>
                  </a:lnTo>
                  <a:lnTo>
                    <a:pt x="755" y="8906"/>
                  </a:lnTo>
                  <a:lnTo>
                    <a:pt x="682" y="8809"/>
                  </a:lnTo>
                  <a:lnTo>
                    <a:pt x="584" y="8565"/>
                  </a:lnTo>
                  <a:lnTo>
                    <a:pt x="511" y="8322"/>
                  </a:lnTo>
                  <a:lnTo>
                    <a:pt x="463" y="8079"/>
                  </a:lnTo>
                  <a:lnTo>
                    <a:pt x="438" y="7811"/>
                  </a:lnTo>
                  <a:lnTo>
                    <a:pt x="438" y="7592"/>
                  </a:lnTo>
                  <a:lnTo>
                    <a:pt x="438" y="7373"/>
                  </a:lnTo>
                  <a:lnTo>
                    <a:pt x="487" y="7154"/>
                  </a:lnTo>
                  <a:lnTo>
                    <a:pt x="536" y="6911"/>
                  </a:lnTo>
                  <a:lnTo>
                    <a:pt x="609" y="6740"/>
                  </a:lnTo>
                  <a:lnTo>
                    <a:pt x="706" y="6570"/>
                  </a:lnTo>
                  <a:lnTo>
                    <a:pt x="925" y="6302"/>
                  </a:lnTo>
                  <a:lnTo>
                    <a:pt x="998" y="6302"/>
                  </a:lnTo>
                  <a:lnTo>
                    <a:pt x="1290" y="6327"/>
                  </a:lnTo>
                  <a:lnTo>
                    <a:pt x="1436" y="6302"/>
                  </a:lnTo>
                  <a:lnTo>
                    <a:pt x="1533" y="6327"/>
                  </a:lnTo>
                  <a:lnTo>
                    <a:pt x="1631" y="6327"/>
                  </a:lnTo>
                  <a:lnTo>
                    <a:pt x="1728" y="6254"/>
                  </a:lnTo>
                  <a:lnTo>
                    <a:pt x="1752" y="6205"/>
                  </a:lnTo>
                  <a:lnTo>
                    <a:pt x="1777" y="6156"/>
                  </a:lnTo>
                  <a:lnTo>
                    <a:pt x="1874" y="5840"/>
                  </a:lnTo>
                  <a:lnTo>
                    <a:pt x="1971" y="5548"/>
                  </a:lnTo>
                  <a:lnTo>
                    <a:pt x="2093" y="5280"/>
                  </a:lnTo>
                  <a:lnTo>
                    <a:pt x="2239" y="5013"/>
                  </a:lnTo>
                  <a:lnTo>
                    <a:pt x="2409" y="4769"/>
                  </a:lnTo>
                  <a:lnTo>
                    <a:pt x="2604" y="4526"/>
                  </a:lnTo>
                  <a:lnTo>
                    <a:pt x="3017" y="4039"/>
                  </a:lnTo>
                  <a:lnTo>
                    <a:pt x="3407" y="3601"/>
                  </a:lnTo>
                  <a:lnTo>
                    <a:pt x="3820" y="3164"/>
                  </a:lnTo>
                  <a:lnTo>
                    <a:pt x="4137" y="2872"/>
                  </a:lnTo>
                  <a:lnTo>
                    <a:pt x="4283" y="2726"/>
                  </a:lnTo>
                  <a:lnTo>
                    <a:pt x="4429" y="2555"/>
                  </a:lnTo>
                  <a:lnTo>
                    <a:pt x="4502" y="2555"/>
                  </a:lnTo>
                  <a:lnTo>
                    <a:pt x="4550" y="2507"/>
                  </a:lnTo>
                  <a:lnTo>
                    <a:pt x="4599" y="2361"/>
                  </a:lnTo>
                  <a:lnTo>
                    <a:pt x="4599" y="2215"/>
                  </a:lnTo>
                  <a:lnTo>
                    <a:pt x="4599" y="2069"/>
                  </a:lnTo>
                  <a:lnTo>
                    <a:pt x="4623" y="1923"/>
                  </a:lnTo>
                  <a:lnTo>
                    <a:pt x="4672" y="1631"/>
                  </a:lnTo>
                  <a:lnTo>
                    <a:pt x="4745" y="1339"/>
                  </a:lnTo>
                  <a:lnTo>
                    <a:pt x="4891" y="901"/>
                  </a:lnTo>
                  <a:lnTo>
                    <a:pt x="5061" y="487"/>
                  </a:lnTo>
                  <a:close/>
                  <a:moveTo>
                    <a:pt x="4915" y="0"/>
                  </a:moveTo>
                  <a:lnTo>
                    <a:pt x="4842" y="25"/>
                  </a:lnTo>
                  <a:lnTo>
                    <a:pt x="4794" y="49"/>
                  </a:lnTo>
                  <a:lnTo>
                    <a:pt x="4696" y="146"/>
                  </a:lnTo>
                  <a:lnTo>
                    <a:pt x="4599" y="268"/>
                  </a:lnTo>
                  <a:lnTo>
                    <a:pt x="4526" y="414"/>
                  </a:lnTo>
                  <a:lnTo>
                    <a:pt x="4453" y="584"/>
                  </a:lnTo>
                  <a:lnTo>
                    <a:pt x="4356" y="925"/>
                  </a:lnTo>
                  <a:lnTo>
                    <a:pt x="4283" y="1217"/>
                  </a:lnTo>
                  <a:lnTo>
                    <a:pt x="4210" y="1436"/>
                  </a:lnTo>
                  <a:lnTo>
                    <a:pt x="4137" y="1728"/>
                  </a:lnTo>
                  <a:lnTo>
                    <a:pt x="4112" y="2020"/>
                  </a:lnTo>
                  <a:lnTo>
                    <a:pt x="4112" y="2166"/>
                  </a:lnTo>
                  <a:lnTo>
                    <a:pt x="4137" y="2288"/>
                  </a:lnTo>
                  <a:lnTo>
                    <a:pt x="3893" y="2385"/>
                  </a:lnTo>
                  <a:lnTo>
                    <a:pt x="3674" y="2531"/>
                  </a:lnTo>
                  <a:lnTo>
                    <a:pt x="3455" y="2726"/>
                  </a:lnTo>
                  <a:lnTo>
                    <a:pt x="3236" y="2945"/>
                  </a:lnTo>
                  <a:lnTo>
                    <a:pt x="2871" y="3383"/>
                  </a:lnTo>
                  <a:lnTo>
                    <a:pt x="2531" y="3772"/>
                  </a:lnTo>
                  <a:lnTo>
                    <a:pt x="2142" y="4210"/>
                  </a:lnTo>
                  <a:lnTo>
                    <a:pt x="1923" y="4453"/>
                  </a:lnTo>
                  <a:lnTo>
                    <a:pt x="1752" y="4721"/>
                  </a:lnTo>
                  <a:lnTo>
                    <a:pt x="1582" y="4988"/>
                  </a:lnTo>
                  <a:lnTo>
                    <a:pt x="1436" y="5280"/>
                  </a:lnTo>
                  <a:lnTo>
                    <a:pt x="1339" y="5572"/>
                  </a:lnTo>
                  <a:lnTo>
                    <a:pt x="1290" y="5864"/>
                  </a:lnTo>
                  <a:lnTo>
                    <a:pt x="925" y="5864"/>
                  </a:lnTo>
                  <a:lnTo>
                    <a:pt x="755" y="5889"/>
                  </a:lnTo>
                  <a:lnTo>
                    <a:pt x="633" y="5937"/>
                  </a:lnTo>
                  <a:lnTo>
                    <a:pt x="536" y="5986"/>
                  </a:lnTo>
                  <a:lnTo>
                    <a:pt x="438" y="6083"/>
                  </a:lnTo>
                  <a:lnTo>
                    <a:pt x="341" y="6181"/>
                  </a:lnTo>
                  <a:lnTo>
                    <a:pt x="268" y="6302"/>
                  </a:lnTo>
                  <a:lnTo>
                    <a:pt x="219" y="6424"/>
                  </a:lnTo>
                  <a:lnTo>
                    <a:pt x="122" y="6716"/>
                  </a:lnTo>
                  <a:lnTo>
                    <a:pt x="49" y="7032"/>
                  </a:lnTo>
                  <a:lnTo>
                    <a:pt x="25" y="7324"/>
                  </a:lnTo>
                  <a:lnTo>
                    <a:pt x="0" y="7592"/>
                  </a:lnTo>
                  <a:lnTo>
                    <a:pt x="0" y="7811"/>
                  </a:lnTo>
                  <a:lnTo>
                    <a:pt x="25" y="8054"/>
                  </a:lnTo>
                  <a:lnTo>
                    <a:pt x="49" y="8322"/>
                  </a:lnTo>
                  <a:lnTo>
                    <a:pt x="122" y="8638"/>
                  </a:lnTo>
                  <a:lnTo>
                    <a:pt x="219" y="8930"/>
                  </a:lnTo>
                  <a:lnTo>
                    <a:pt x="365" y="9198"/>
                  </a:lnTo>
                  <a:lnTo>
                    <a:pt x="438" y="9320"/>
                  </a:lnTo>
                  <a:lnTo>
                    <a:pt x="536" y="9417"/>
                  </a:lnTo>
                  <a:lnTo>
                    <a:pt x="633" y="9514"/>
                  </a:lnTo>
                  <a:lnTo>
                    <a:pt x="730" y="9563"/>
                  </a:lnTo>
                  <a:lnTo>
                    <a:pt x="852" y="9612"/>
                  </a:lnTo>
                  <a:lnTo>
                    <a:pt x="1047" y="9612"/>
                  </a:lnTo>
                  <a:lnTo>
                    <a:pt x="1095" y="9587"/>
                  </a:lnTo>
                  <a:lnTo>
                    <a:pt x="1314" y="9587"/>
                  </a:lnTo>
                  <a:lnTo>
                    <a:pt x="1339" y="9612"/>
                  </a:lnTo>
                  <a:lnTo>
                    <a:pt x="1387" y="9758"/>
                  </a:lnTo>
                  <a:lnTo>
                    <a:pt x="1436" y="9928"/>
                  </a:lnTo>
                  <a:lnTo>
                    <a:pt x="1582" y="10220"/>
                  </a:lnTo>
                  <a:lnTo>
                    <a:pt x="1752" y="10512"/>
                  </a:lnTo>
                  <a:lnTo>
                    <a:pt x="1923" y="10804"/>
                  </a:lnTo>
                  <a:lnTo>
                    <a:pt x="2117" y="11072"/>
                  </a:lnTo>
                  <a:lnTo>
                    <a:pt x="2312" y="11315"/>
                  </a:lnTo>
                  <a:lnTo>
                    <a:pt x="2531" y="11510"/>
                  </a:lnTo>
                  <a:lnTo>
                    <a:pt x="2750" y="11704"/>
                  </a:lnTo>
                  <a:lnTo>
                    <a:pt x="3236" y="12045"/>
                  </a:lnTo>
                  <a:lnTo>
                    <a:pt x="3455" y="12191"/>
                  </a:lnTo>
                  <a:lnTo>
                    <a:pt x="3674" y="12288"/>
                  </a:lnTo>
                  <a:lnTo>
                    <a:pt x="3918" y="12385"/>
                  </a:lnTo>
                  <a:lnTo>
                    <a:pt x="4137" y="12507"/>
                  </a:lnTo>
                  <a:lnTo>
                    <a:pt x="4161" y="12531"/>
                  </a:lnTo>
                  <a:lnTo>
                    <a:pt x="4112" y="13067"/>
                  </a:lnTo>
                  <a:lnTo>
                    <a:pt x="4112" y="13626"/>
                  </a:lnTo>
                  <a:lnTo>
                    <a:pt x="4112" y="14746"/>
                  </a:lnTo>
                  <a:lnTo>
                    <a:pt x="4137" y="14819"/>
                  </a:lnTo>
                  <a:lnTo>
                    <a:pt x="4161" y="14867"/>
                  </a:lnTo>
                  <a:lnTo>
                    <a:pt x="4185" y="14916"/>
                  </a:lnTo>
                  <a:lnTo>
                    <a:pt x="4234" y="14965"/>
                  </a:lnTo>
                  <a:lnTo>
                    <a:pt x="4331" y="14989"/>
                  </a:lnTo>
                  <a:lnTo>
                    <a:pt x="4453" y="14989"/>
                  </a:lnTo>
                  <a:lnTo>
                    <a:pt x="4550" y="15062"/>
                  </a:lnTo>
                  <a:lnTo>
                    <a:pt x="4648" y="15111"/>
                  </a:lnTo>
                  <a:lnTo>
                    <a:pt x="4769" y="15135"/>
                  </a:lnTo>
                  <a:lnTo>
                    <a:pt x="4891" y="15111"/>
                  </a:lnTo>
                  <a:lnTo>
                    <a:pt x="4988" y="15086"/>
                  </a:lnTo>
                  <a:lnTo>
                    <a:pt x="5110" y="15038"/>
                  </a:lnTo>
                  <a:lnTo>
                    <a:pt x="5305" y="14940"/>
                  </a:lnTo>
                  <a:lnTo>
                    <a:pt x="5548" y="14721"/>
                  </a:lnTo>
                  <a:lnTo>
                    <a:pt x="5791" y="14502"/>
                  </a:lnTo>
                  <a:lnTo>
                    <a:pt x="6229" y="14040"/>
                  </a:lnTo>
                  <a:lnTo>
                    <a:pt x="6497" y="13748"/>
                  </a:lnTo>
                  <a:lnTo>
                    <a:pt x="6619" y="13602"/>
                  </a:lnTo>
                  <a:lnTo>
                    <a:pt x="6716" y="13432"/>
                  </a:lnTo>
                  <a:lnTo>
                    <a:pt x="6984" y="13505"/>
                  </a:lnTo>
                  <a:lnTo>
                    <a:pt x="7227" y="13529"/>
                  </a:lnTo>
                  <a:lnTo>
                    <a:pt x="7762" y="13578"/>
                  </a:lnTo>
                  <a:lnTo>
                    <a:pt x="8273" y="13578"/>
                  </a:lnTo>
                  <a:lnTo>
                    <a:pt x="8760" y="13602"/>
                  </a:lnTo>
                  <a:lnTo>
                    <a:pt x="9198" y="13578"/>
                  </a:lnTo>
                  <a:lnTo>
                    <a:pt x="9660" y="13578"/>
                  </a:lnTo>
                  <a:lnTo>
                    <a:pt x="10098" y="13529"/>
                  </a:lnTo>
                  <a:lnTo>
                    <a:pt x="10560" y="13480"/>
                  </a:lnTo>
                  <a:lnTo>
                    <a:pt x="10925" y="13407"/>
                  </a:lnTo>
                  <a:lnTo>
                    <a:pt x="11315" y="13334"/>
                  </a:lnTo>
                  <a:lnTo>
                    <a:pt x="11363" y="13480"/>
                  </a:lnTo>
                  <a:lnTo>
                    <a:pt x="11436" y="13626"/>
                  </a:lnTo>
                  <a:lnTo>
                    <a:pt x="11607" y="13943"/>
                  </a:lnTo>
                  <a:lnTo>
                    <a:pt x="11850" y="14210"/>
                  </a:lnTo>
                  <a:lnTo>
                    <a:pt x="11972" y="14356"/>
                  </a:lnTo>
                  <a:lnTo>
                    <a:pt x="12118" y="14478"/>
                  </a:lnTo>
                  <a:lnTo>
                    <a:pt x="12264" y="14575"/>
                  </a:lnTo>
                  <a:lnTo>
                    <a:pt x="12410" y="14673"/>
                  </a:lnTo>
                  <a:lnTo>
                    <a:pt x="12580" y="14721"/>
                  </a:lnTo>
                  <a:lnTo>
                    <a:pt x="12726" y="14770"/>
                  </a:lnTo>
                  <a:lnTo>
                    <a:pt x="12896" y="14794"/>
                  </a:lnTo>
                  <a:lnTo>
                    <a:pt x="13042" y="14770"/>
                  </a:lnTo>
                  <a:lnTo>
                    <a:pt x="13213" y="14721"/>
                  </a:lnTo>
                  <a:lnTo>
                    <a:pt x="13359" y="14624"/>
                  </a:lnTo>
                  <a:lnTo>
                    <a:pt x="13480" y="14527"/>
                  </a:lnTo>
                  <a:lnTo>
                    <a:pt x="13578" y="14405"/>
                  </a:lnTo>
                  <a:lnTo>
                    <a:pt x="13651" y="14283"/>
                  </a:lnTo>
                  <a:lnTo>
                    <a:pt x="13724" y="14162"/>
                  </a:lnTo>
                  <a:lnTo>
                    <a:pt x="13748" y="14016"/>
                  </a:lnTo>
                  <a:lnTo>
                    <a:pt x="13772" y="13845"/>
                  </a:lnTo>
                  <a:lnTo>
                    <a:pt x="13797" y="13529"/>
                  </a:lnTo>
                  <a:lnTo>
                    <a:pt x="13772" y="13213"/>
                  </a:lnTo>
                  <a:lnTo>
                    <a:pt x="13748" y="12872"/>
                  </a:lnTo>
                  <a:lnTo>
                    <a:pt x="13748" y="12580"/>
                  </a:lnTo>
                  <a:lnTo>
                    <a:pt x="13748" y="12288"/>
                  </a:lnTo>
                  <a:lnTo>
                    <a:pt x="13943" y="12118"/>
                  </a:lnTo>
                  <a:lnTo>
                    <a:pt x="14137" y="11947"/>
                  </a:lnTo>
                  <a:lnTo>
                    <a:pt x="14551" y="11655"/>
                  </a:lnTo>
                  <a:lnTo>
                    <a:pt x="14989" y="11388"/>
                  </a:lnTo>
                  <a:lnTo>
                    <a:pt x="15403" y="11072"/>
                  </a:lnTo>
                  <a:lnTo>
                    <a:pt x="15622" y="10877"/>
                  </a:lnTo>
                  <a:lnTo>
                    <a:pt x="15816" y="10634"/>
                  </a:lnTo>
                  <a:lnTo>
                    <a:pt x="15987" y="10390"/>
                  </a:lnTo>
                  <a:lnTo>
                    <a:pt x="16133" y="10123"/>
                  </a:lnTo>
                  <a:lnTo>
                    <a:pt x="16254" y="9855"/>
                  </a:lnTo>
                  <a:lnTo>
                    <a:pt x="16376" y="9563"/>
                  </a:lnTo>
                  <a:lnTo>
                    <a:pt x="16449" y="9271"/>
                  </a:lnTo>
                  <a:lnTo>
                    <a:pt x="16522" y="8979"/>
                  </a:lnTo>
                  <a:lnTo>
                    <a:pt x="16595" y="8614"/>
                  </a:lnTo>
                  <a:lnTo>
                    <a:pt x="16619" y="8249"/>
                  </a:lnTo>
                  <a:lnTo>
                    <a:pt x="16765" y="8273"/>
                  </a:lnTo>
                  <a:lnTo>
                    <a:pt x="16911" y="8298"/>
                  </a:lnTo>
                  <a:lnTo>
                    <a:pt x="17057" y="8273"/>
                  </a:lnTo>
                  <a:lnTo>
                    <a:pt x="17203" y="8249"/>
                  </a:lnTo>
                  <a:lnTo>
                    <a:pt x="17228" y="8273"/>
                  </a:lnTo>
                  <a:lnTo>
                    <a:pt x="17325" y="8346"/>
                  </a:lnTo>
                  <a:lnTo>
                    <a:pt x="17422" y="8444"/>
                  </a:lnTo>
                  <a:lnTo>
                    <a:pt x="17641" y="8565"/>
                  </a:lnTo>
                  <a:lnTo>
                    <a:pt x="17885" y="8663"/>
                  </a:lnTo>
                  <a:lnTo>
                    <a:pt x="18128" y="8687"/>
                  </a:lnTo>
                  <a:lnTo>
                    <a:pt x="18395" y="8663"/>
                  </a:lnTo>
                  <a:lnTo>
                    <a:pt x="18639" y="8614"/>
                  </a:lnTo>
                  <a:lnTo>
                    <a:pt x="18858" y="8492"/>
                  </a:lnTo>
                  <a:lnTo>
                    <a:pt x="18979" y="8419"/>
                  </a:lnTo>
                  <a:lnTo>
                    <a:pt x="19077" y="8346"/>
                  </a:lnTo>
                  <a:lnTo>
                    <a:pt x="19125" y="8249"/>
                  </a:lnTo>
                  <a:lnTo>
                    <a:pt x="19125" y="8176"/>
                  </a:lnTo>
                  <a:lnTo>
                    <a:pt x="19101" y="8079"/>
                  </a:lnTo>
                  <a:lnTo>
                    <a:pt x="19052" y="8006"/>
                  </a:lnTo>
                  <a:lnTo>
                    <a:pt x="18979" y="7957"/>
                  </a:lnTo>
                  <a:lnTo>
                    <a:pt x="18833" y="7957"/>
                  </a:lnTo>
                  <a:lnTo>
                    <a:pt x="18736" y="8006"/>
                  </a:lnTo>
                  <a:lnTo>
                    <a:pt x="18639" y="8103"/>
                  </a:lnTo>
                  <a:lnTo>
                    <a:pt x="18517" y="8176"/>
                  </a:lnTo>
                  <a:lnTo>
                    <a:pt x="18371" y="8200"/>
                  </a:lnTo>
                  <a:lnTo>
                    <a:pt x="18225" y="8225"/>
                  </a:lnTo>
                  <a:lnTo>
                    <a:pt x="18079" y="8200"/>
                  </a:lnTo>
                  <a:lnTo>
                    <a:pt x="17933" y="8176"/>
                  </a:lnTo>
                  <a:lnTo>
                    <a:pt x="17787" y="8127"/>
                  </a:lnTo>
                  <a:lnTo>
                    <a:pt x="17666" y="8054"/>
                  </a:lnTo>
                  <a:lnTo>
                    <a:pt x="17885" y="7933"/>
                  </a:lnTo>
                  <a:lnTo>
                    <a:pt x="18031" y="7835"/>
                  </a:lnTo>
                  <a:lnTo>
                    <a:pt x="18104" y="7738"/>
                  </a:lnTo>
                  <a:lnTo>
                    <a:pt x="18152" y="7641"/>
                  </a:lnTo>
                  <a:lnTo>
                    <a:pt x="18201" y="7543"/>
                  </a:lnTo>
                  <a:lnTo>
                    <a:pt x="18225" y="7446"/>
                  </a:lnTo>
                  <a:lnTo>
                    <a:pt x="18250" y="7349"/>
                  </a:lnTo>
                  <a:lnTo>
                    <a:pt x="18225" y="7251"/>
                  </a:lnTo>
                  <a:lnTo>
                    <a:pt x="18201" y="7154"/>
                  </a:lnTo>
                  <a:lnTo>
                    <a:pt x="18177" y="7057"/>
                  </a:lnTo>
                  <a:lnTo>
                    <a:pt x="18128" y="6984"/>
                  </a:lnTo>
                  <a:lnTo>
                    <a:pt x="18055" y="6911"/>
                  </a:lnTo>
                  <a:lnTo>
                    <a:pt x="18006" y="6862"/>
                  </a:lnTo>
                  <a:lnTo>
                    <a:pt x="17909" y="6813"/>
                  </a:lnTo>
                  <a:lnTo>
                    <a:pt x="17812" y="6789"/>
                  </a:lnTo>
                  <a:lnTo>
                    <a:pt x="17714" y="6789"/>
                  </a:lnTo>
                  <a:lnTo>
                    <a:pt x="17593" y="6813"/>
                  </a:lnTo>
                  <a:lnTo>
                    <a:pt x="17495" y="6838"/>
                  </a:lnTo>
                  <a:lnTo>
                    <a:pt x="17349" y="6911"/>
                  </a:lnTo>
                  <a:lnTo>
                    <a:pt x="17228" y="7008"/>
                  </a:lnTo>
                  <a:lnTo>
                    <a:pt x="17130" y="7105"/>
                  </a:lnTo>
                  <a:lnTo>
                    <a:pt x="17082" y="7227"/>
                  </a:lnTo>
                  <a:lnTo>
                    <a:pt x="17033" y="7373"/>
                  </a:lnTo>
                  <a:lnTo>
                    <a:pt x="17009" y="7519"/>
                  </a:lnTo>
                  <a:lnTo>
                    <a:pt x="17009" y="7665"/>
                  </a:lnTo>
                  <a:lnTo>
                    <a:pt x="17033" y="7811"/>
                  </a:lnTo>
                  <a:lnTo>
                    <a:pt x="16644" y="7835"/>
                  </a:lnTo>
                  <a:lnTo>
                    <a:pt x="16644" y="7397"/>
                  </a:lnTo>
                  <a:lnTo>
                    <a:pt x="16619" y="6935"/>
                  </a:lnTo>
                  <a:lnTo>
                    <a:pt x="16546" y="6497"/>
                  </a:lnTo>
                  <a:lnTo>
                    <a:pt x="16449" y="6059"/>
                  </a:lnTo>
                  <a:lnTo>
                    <a:pt x="16327" y="5621"/>
                  </a:lnTo>
                  <a:lnTo>
                    <a:pt x="16157" y="5207"/>
                  </a:lnTo>
                  <a:lnTo>
                    <a:pt x="15987" y="4794"/>
                  </a:lnTo>
                  <a:lnTo>
                    <a:pt x="15768" y="4404"/>
                  </a:lnTo>
                  <a:lnTo>
                    <a:pt x="15597" y="4161"/>
                  </a:lnTo>
                  <a:lnTo>
                    <a:pt x="15427" y="3918"/>
                  </a:lnTo>
                  <a:lnTo>
                    <a:pt x="15232" y="3699"/>
                  </a:lnTo>
                  <a:lnTo>
                    <a:pt x="15038" y="3480"/>
                  </a:lnTo>
                  <a:lnTo>
                    <a:pt x="14843" y="3285"/>
                  </a:lnTo>
                  <a:lnTo>
                    <a:pt x="14624" y="3091"/>
                  </a:lnTo>
                  <a:lnTo>
                    <a:pt x="14162" y="2750"/>
                  </a:lnTo>
                  <a:lnTo>
                    <a:pt x="13675" y="2434"/>
                  </a:lnTo>
                  <a:lnTo>
                    <a:pt x="13164" y="2166"/>
                  </a:lnTo>
                  <a:lnTo>
                    <a:pt x="12629" y="1923"/>
                  </a:lnTo>
                  <a:lnTo>
                    <a:pt x="12093" y="1704"/>
                  </a:lnTo>
                  <a:lnTo>
                    <a:pt x="11461" y="1460"/>
                  </a:lnTo>
                  <a:lnTo>
                    <a:pt x="10804" y="1266"/>
                  </a:lnTo>
                  <a:lnTo>
                    <a:pt x="10147" y="1120"/>
                  </a:lnTo>
                  <a:lnTo>
                    <a:pt x="9466" y="1022"/>
                  </a:lnTo>
                  <a:lnTo>
                    <a:pt x="8882" y="974"/>
                  </a:lnTo>
                  <a:lnTo>
                    <a:pt x="8249" y="974"/>
                  </a:lnTo>
                  <a:lnTo>
                    <a:pt x="7933" y="998"/>
                  </a:lnTo>
                  <a:lnTo>
                    <a:pt x="7641" y="1047"/>
                  </a:lnTo>
                  <a:lnTo>
                    <a:pt x="7349" y="1120"/>
                  </a:lnTo>
                  <a:lnTo>
                    <a:pt x="7057" y="1217"/>
                  </a:lnTo>
                  <a:lnTo>
                    <a:pt x="6570" y="755"/>
                  </a:lnTo>
                  <a:lnTo>
                    <a:pt x="6327" y="536"/>
                  </a:lnTo>
                  <a:lnTo>
                    <a:pt x="6059" y="317"/>
                  </a:lnTo>
                  <a:lnTo>
                    <a:pt x="5816" y="195"/>
                  </a:lnTo>
                  <a:lnTo>
                    <a:pt x="5548" y="98"/>
                  </a:lnTo>
                  <a:lnTo>
                    <a:pt x="5280" y="25"/>
                  </a:lnTo>
                  <a:lnTo>
                    <a:pt x="5013" y="25"/>
                  </a:lnTo>
                  <a:lnTo>
                    <a:pt x="4964" y="0"/>
                  </a:lnTo>
                  <a:close/>
                </a:path>
              </a:pathLst>
            </a:custGeom>
            <a:solidFill>
              <a:srgbClr val="6D9E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D9EEB"/>
                </a:solidFill>
              </a:endParaRPr>
            </a:p>
          </p:txBody>
        </p:sp>
        <p:sp>
          <p:nvSpPr>
            <p:cNvPr id="537" name="Google Shape;537;p13"/>
            <p:cNvSpPr/>
            <p:nvPr/>
          </p:nvSpPr>
          <p:spPr>
            <a:xfrm>
              <a:off x="4744229" y="4274747"/>
              <a:ext cx="366550" cy="290081"/>
            </a:xfrm>
            <a:custGeom>
              <a:avLst/>
              <a:gdLst/>
              <a:ahLst/>
              <a:cxnLst/>
              <a:rect l="l" t="t" r="r" b="b"/>
              <a:pathLst>
                <a:path w="19126" h="15136" extrusionOk="0">
                  <a:moveTo>
                    <a:pt x="8979" y="2628"/>
                  </a:moveTo>
                  <a:lnTo>
                    <a:pt x="8687" y="2653"/>
                  </a:lnTo>
                  <a:lnTo>
                    <a:pt x="8395" y="2701"/>
                  </a:lnTo>
                  <a:lnTo>
                    <a:pt x="7811" y="2799"/>
                  </a:lnTo>
                  <a:lnTo>
                    <a:pt x="7543" y="2872"/>
                  </a:lnTo>
                  <a:lnTo>
                    <a:pt x="7251" y="2969"/>
                  </a:lnTo>
                  <a:lnTo>
                    <a:pt x="7130" y="3042"/>
                  </a:lnTo>
                  <a:lnTo>
                    <a:pt x="7008" y="3139"/>
                  </a:lnTo>
                  <a:lnTo>
                    <a:pt x="6935" y="3237"/>
                  </a:lnTo>
                  <a:lnTo>
                    <a:pt x="6886" y="3383"/>
                  </a:lnTo>
                  <a:lnTo>
                    <a:pt x="6886" y="3456"/>
                  </a:lnTo>
                  <a:lnTo>
                    <a:pt x="6935" y="3529"/>
                  </a:lnTo>
                  <a:lnTo>
                    <a:pt x="7032" y="3553"/>
                  </a:lnTo>
                  <a:lnTo>
                    <a:pt x="7105" y="3577"/>
                  </a:lnTo>
                  <a:lnTo>
                    <a:pt x="7203" y="3577"/>
                  </a:lnTo>
                  <a:lnTo>
                    <a:pt x="7300" y="3553"/>
                  </a:lnTo>
                  <a:lnTo>
                    <a:pt x="7470" y="3480"/>
                  </a:lnTo>
                  <a:lnTo>
                    <a:pt x="7641" y="3407"/>
                  </a:lnTo>
                  <a:lnTo>
                    <a:pt x="7908" y="3334"/>
                  </a:lnTo>
                  <a:lnTo>
                    <a:pt x="8176" y="3261"/>
                  </a:lnTo>
                  <a:lnTo>
                    <a:pt x="8736" y="3188"/>
                  </a:lnTo>
                  <a:lnTo>
                    <a:pt x="9076" y="3164"/>
                  </a:lnTo>
                  <a:lnTo>
                    <a:pt x="9563" y="3139"/>
                  </a:lnTo>
                  <a:lnTo>
                    <a:pt x="9806" y="3164"/>
                  </a:lnTo>
                  <a:lnTo>
                    <a:pt x="10025" y="3212"/>
                  </a:lnTo>
                  <a:lnTo>
                    <a:pt x="10196" y="3261"/>
                  </a:lnTo>
                  <a:lnTo>
                    <a:pt x="10269" y="3310"/>
                  </a:lnTo>
                  <a:lnTo>
                    <a:pt x="10317" y="3383"/>
                  </a:lnTo>
                  <a:lnTo>
                    <a:pt x="10390" y="3456"/>
                  </a:lnTo>
                  <a:lnTo>
                    <a:pt x="10487" y="3504"/>
                  </a:lnTo>
                  <a:lnTo>
                    <a:pt x="10585" y="3504"/>
                  </a:lnTo>
                  <a:lnTo>
                    <a:pt x="10682" y="3456"/>
                  </a:lnTo>
                  <a:lnTo>
                    <a:pt x="10755" y="3407"/>
                  </a:lnTo>
                  <a:lnTo>
                    <a:pt x="10804" y="3310"/>
                  </a:lnTo>
                  <a:lnTo>
                    <a:pt x="10828" y="3212"/>
                  </a:lnTo>
                  <a:lnTo>
                    <a:pt x="10779" y="3091"/>
                  </a:lnTo>
                  <a:lnTo>
                    <a:pt x="10706" y="2993"/>
                  </a:lnTo>
                  <a:lnTo>
                    <a:pt x="10633" y="2920"/>
                  </a:lnTo>
                  <a:lnTo>
                    <a:pt x="10536" y="2847"/>
                  </a:lnTo>
                  <a:lnTo>
                    <a:pt x="10439" y="2799"/>
                  </a:lnTo>
                  <a:lnTo>
                    <a:pt x="10220" y="2726"/>
                  </a:lnTo>
                  <a:lnTo>
                    <a:pt x="9952" y="2653"/>
                  </a:lnTo>
                  <a:lnTo>
                    <a:pt x="9709" y="2628"/>
                  </a:lnTo>
                  <a:close/>
                  <a:moveTo>
                    <a:pt x="13797" y="3577"/>
                  </a:moveTo>
                  <a:lnTo>
                    <a:pt x="13578" y="3601"/>
                  </a:lnTo>
                  <a:lnTo>
                    <a:pt x="13334" y="3650"/>
                  </a:lnTo>
                  <a:lnTo>
                    <a:pt x="13115" y="3723"/>
                  </a:lnTo>
                  <a:lnTo>
                    <a:pt x="13018" y="3772"/>
                  </a:lnTo>
                  <a:lnTo>
                    <a:pt x="12945" y="3845"/>
                  </a:lnTo>
                  <a:lnTo>
                    <a:pt x="12945" y="3893"/>
                  </a:lnTo>
                  <a:lnTo>
                    <a:pt x="12945" y="3918"/>
                  </a:lnTo>
                  <a:lnTo>
                    <a:pt x="13042" y="3942"/>
                  </a:lnTo>
                  <a:lnTo>
                    <a:pt x="13140" y="3966"/>
                  </a:lnTo>
                  <a:lnTo>
                    <a:pt x="13334" y="3966"/>
                  </a:lnTo>
                  <a:lnTo>
                    <a:pt x="13699" y="3942"/>
                  </a:lnTo>
                  <a:lnTo>
                    <a:pt x="13918" y="3942"/>
                  </a:lnTo>
                  <a:lnTo>
                    <a:pt x="14137" y="3966"/>
                  </a:lnTo>
                  <a:lnTo>
                    <a:pt x="14356" y="3966"/>
                  </a:lnTo>
                  <a:lnTo>
                    <a:pt x="14478" y="3942"/>
                  </a:lnTo>
                  <a:lnTo>
                    <a:pt x="14575" y="3918"/>
                  </a:lnTo>
                  <a:lnTo>
                    <a:pt x="14600" y="3893"/>
                  </a:lnTo>
                  <a:lnTo>
                    <a:pt x="14600" y="3869"/>
                  </a:lnTo>
                  <a:lnTo>
                    <a:pt x="14624" y="3820"/>
                  </a:lnTo>
                  <a:lnTo>
                    <a:pt x="14600" y="3772"/>
                  </a:lnTo>
                  <a:lnTo>
                    <a:pt x="14527" y="3699"/>
                  </a:lnTo>
                  <a:lnTo>
                    <a:pt x="14454" y="3650"/>
                  </a:lnTo>
                  <a:lnTo>
                    <a:pt x="14381" y="3601"/>
                  </a:lnTo>
                  <a:lnTo>
                    <a:pt x="14186" y="3577"/>
                  </a:lnTo>
                  <a:close/>
                  <a:moveTo>
                    <a:pt x="3650" y="5548"/>
                  </a:moveTo>
                  <a:lnTo>
                    <a:pt x="3553" y="5597"/>
                  </a:lnTo>
                  <a:lnTo>
                    <a:pt x="3480" y="5621"/>
                  </a:lnTo>
                  <a:lnTo>
                    <a:pt x="3382" y="5694"/>
                  </a:lnTo>
                  <a:lnTo>
                    <a:pt x="3309" y="5767"/>
                  </a:lnTo>
                  <a:lnTo>
                    <a:pt x="3188" y="5937"/>
                  </a:lnTo>
                  <a:lnTo>
                    <a:pt x="3163" y="6035"/>
                  </a:lnTo>
                  <a:lnTo>
                    <a:pt x="3139" y="6132"/>
                  </a:lnTo>
                  <a:lnTo>
                    <a:pt x="3115" y="6254"/>
                  </a:lnTo>
                  <a:lnTo>
                    <a:pt x="3139" y="6375"/>
                  </a:lnTo>
                  <a:lnTo>
                    <a:pt x="3163" y="6473"/>
                  </a:lnTo>
                  <a:lnTo>
                    <a:pt x="3212" y="6594"/>
                  </a:lnTo>
                  <a:lnTo>
                    <a:pt x="3285" y="6692"/>
                  </a:lnTo>
                  <a:lnTo>
                    <a:pt x="3358" y="6765"/>
                  </a:lnTo>
                  <a:lnTo>
                    <a:pt x="3455" y="6838"/>
                  </a:lnTo>
                  <a:lnTo>
                    <a:pt x="3577" y="6886"/>
                  </a:lnTo>
                  <a:lnTo>
                    <a:pt x="3674" y="6911"/>
                  </a:lnTo>
                  <a:lnTo>
                    <a:pt x="3772" y="6935"/>
                  </a:lnTo>
                  <a:lnTo>
                    <a:pt x="3869" y="6911"/>
                  </a:lnTo>
                  <a:lnTo>
                    <a:pt x="3966" y="6911"/>
                  </a:lnTo>
                  <a:lnTo>
                    <a:pt x="4161" y="6813"/>
                  </a:lnTo>
                  <a:lnTo>
                    <a:pt x="4307" y="6692"/>
                  </a:lnTo>
                  <a:lnTo>
                    <a:pt x="4404" y="6521"/>
                  </a:lnTo>
                  <a:lnTo>
                    <a:pt x="4453" y="6351"/>
                  </a:lnTo>
                  <a:lnTo>
                    <a:pt x="4453" y="6181"/>
                  </a:lnTo>
                  <a:lnTo>
                    <a:pt x="4404" y="6010"/>
                  </a:lnTo>
                  <a:lnTo>
                    <a:pt x="4356" y="5937"/>
                  </a:lnTo>
                  <a:lnTo>
                    <a:pt x="4307" y="5840"/>
                  </a:lnTo>
                  <a:lnTo>
                    <a:pt x="4234" y="5743"/>
                  </a:lnTo>
                  <a:lnTo>
                    <a:pt x="4161" y="5670"/>
                  </a:lnTo>
                  <a:lnTo>
                    <a:pt x="4064" y="5621"/>
                  </a:lnTo>
                  <a:lnTo>
                    <a:pt x="3966" y="5572"/>
                  </a:lnTo>
                  <a:lnTo>
                    <a:pt x="3869" y="5548"/>
                  </a:lnTo>
                  <a:close/>
                  <a:moveTo>
                    <a:pt x="17495" y="7373"/>
                  </a:moveTo>
                  <a:lnTo>
                    <a:pt x="17739" y="7446"/>
                  </a:lnTo>
                  <a:lnTo>
                    <a:pt x="17617" y="7592"/>
                  </a:lnTo>
                  <a:lnTo>
                    <a:pt x="17447" y="7689"/>
                  </a:lnTo>
                  <a:lnTo>
                    <a:pt x="17447" y="7543"/>
                  </a:lnTo>
                  <a:lnTo>
                    <a:pt x="17495" y="7373"/>
                  </a:lnTo>
                  <a:close/>
                  <a:moveTo>
                    <a:pt x="5061" y="487"/>
                  </a:moveTo>
                  <a:lnTo>
                    <a:pt x="5256" y="560"/>
                  </a:lnTo>
                  <a:lnTo>
                    <a:pt x="5426" y="633"/>
                  </a:lnTo>
                  <a:lnTo>
                    <a:pt x="5621" y="682"/>
                  </a:lnTo>
                  <a:lnTo>
                    <a:pt x="5791" y="779"/>
                  </a:lnTo>
                  <a:lnTo>
                    <a:pt x="5913" y="852"/>
                  </a:lnTo>
                  <a:lnTo>
                    <a:pt x="6035" y="949"/>
                  </a:lnTo>
                  <a:lnTo>
                    <a:pt x="6254" y="1168"/>
                  </a:lnTo>
                  <a:lnTo>
                    <a:pt x="6473" y="1387"/>
                  </a:lnTo>
                  <a:lnTo>
                    <a:pt x="6692" y="1606"/>
                  </a:lnTo>
                  <a:lnTo>
                    <a:pt x="6813" y="1655"/>
                  </a:lnTo>
                  <a:lnTo>
                    <a:pt x="6911" y="1655"/>
                  </a:lnTo>
                  <a:lnTo>
                    <a:pt x="7032" y="1631"/>
                  </a:lnTo>
                  <a:lnTo>
                    <a:pt x="7105" y="1558"/>
                  </a:lnTo>
                  <a:lnTo>
                    <a:pt x="8127" y="1485"/>
                  </a:lnTo>
                  <a:lnTo>
                    <a:pt x="9174" y="1485"/>
                  </a:lnTo>
                  <a:lnTo>
                    <a:pt x="9490" y="1509"/>
                  </a:lnTo>
                  <a:lnTo>
                    <a:pt x="9806" y="1558"/>
                  </a:lnTo>
                  <a:lnTo>
                    <a:pt x="10439" y="1679"/>
                  </a:lnTo>
                  <a:lnTo>
                    <a:pt x="11047" y="1850"/>
                  </a:lnTo>
                  <a:lnTo>
                    <a:pt x="11655" y="2044"/>
                  </a:lnTo>
                  <a:lnTo>
                    <a:pt x="12093" y="2239"/>
                  </a:lnTo>
                  <a:lnTo>
                    <a:pt x="12556" y="2409"/>
                  </a:lnTo>
                  <a:lnTo>
                    <a:pt x="12434" y="2458"/>
                  </a:lnTo>
                  <a:lnTo>
                    <a:pt x="12361" y="2507"/>
                  </a:lnTo>
                  <a:lnTo>
                    <a:pt x="12288" y="2580"/>
                  </a:lnTo>
                  <a:lnTo>
                    <a:pt x="12264" y="2677"/>
                  </a:lnTo>
                  <a:lnTo>
                    <a:pt x="12264" y="2701"/>
                  </a:lnTo>
                  <a:lnTo>
                    <a:pt x="12288" y="2726"/>
                  </a:lnTo>
                  <a:lnTo>
                    <a:pt x="12385" y="2774"/>
                  </a:lnTo>
                  <a:lnTo>
                    <a:pt x="12483" y="2750"/>
                  </a:lnTo>
                  <a:lnTo>
                    <a:pt x="12677" y="2726"/>
                  </a:lnTo>
                  <a:lnTo>
                    <a:pt x="12872" y="2701"/>
                  </a:lnTo>
                  <a:lnTo>
                    <a:pt x="12969" y="2677"/>
                  </a:lnTo>
                  <a:lnTo>
                    <a:pt x="13042" y="2653"/>
                  </a:lnTo>
                  <a:lnTo>
                    <a:pt x="13626" y="2993"/>
                  </a:lnTo>
                  <a:lnTo>
                    <a:pt x="13432" y="3018"/>
                  </a:lnTo>
                  <a:lnTo>
                    <a:pt x="12896" y="3066"/>
                  </a:lnTo>
                  <a:lnTo>
                    <a:pt x="12653" y="3115"/>
                  </a:lnTo>
                  <a:lnTo>
                    <a:pt x="12410" y="3212"/>
                  </a:lnTo>
                  <a:lnTo>
                    <a:pt x="12385" y="3237"/>
                  </a:lnTo>
                  <a:lnTo>
                    <a:pt x="12410" y="3261"/>
                  </a:lnTo>
                  <a:lnTo>
                    <a:pt x="12531" y="3285"/>
                  </a:lnTo>
                  <a:lnTo>
                    <a:pt x="12653" y="3310"/>
                  </a:lnTo>
                  <a:lnTo>
                    <a:pt x="12921" y="3310"/>
                  </a:lnTo>
                  <a:lnTo>
                    <a:pt x="13432" y="3261"/>
                  </a:lnTo>
                  <a:lnTo>
                    <a:pt x="13699" y="3261"/>
                  </a:lnTo>
                  <a:lnTo>
                    <a:pt x="13991" y="3237"/>
                  </a:lnTo>
                  <a:lnTo>
                    <a:pt x="14259" y="3456"/>
                  </a:lnTo>
                  <a:lnTo>
                    <a:pt x="14527" y="3699"/>
                  </a:lnTo>
                  <a:lnTo>
                    <a:pt x="14819" y="3966"/>
                  </a:lnTo>
                  <a:lnTo>
                    <a:pt x="15062" y="4283"/>
                  </a:lnTo>
                  <a:lnTo>
                    <a:pt x="14794" y="4258"/>
                  </a:lnTo>
                  <a:lnTo>
                    <a:pt x="14551" y="4283"/>
                  </a:lnTo>
                  <a:lnTo>
                    <a:pt x="14308" y="4283"/>
                  </a:lnTo>
                  <a:lnTo>
                    <a:pt x="14016" y="4307"/>
                  </a:lnTo>
                  <a:lnTo>
                    <a:pt x="13870" y="4331"/>
                  </a:lnTo>
                  <a:lnTo>
                    <a:pt x="13724" y="4380"/>
                  </a:lnTo>
                  <a:lnTo>
                    <a:pt x="13626" y="4453"/>
                  </a:lnTo>
                  <a:lnTo>
                    <a:pt x="13529" y="4526"/>
                  </a:lnTo>
                  <a:lnTo>
                    <a:pt x="13529" y="4550"/>
                  </a:lnTo>
                  <a:lnTo>
                    <a:pt x="13553" y="4575"/>
                  </a:lnTo>
                  <a:lnTo>
                    <a:pt x="13651" y="4623"/>
                  </a:lnTo>
                  <a:lnTo>
                    <a:pt x="13748" y="4648"/>
                  </a:lnTo>
                  <a:lnTo>
                    <a:pt x="13967" y="4648"/>
                  </a:lnTo>
                  <a:lnTo>
                    <a:pt x="14429" y="4623"/>
                  </a:lnTo>
                  <a:lnTo>
                    <a:pt x="14770" y="4623"/>
                  </a:lnTo>
                  <a:lnTo>
                    <a:pt x="15086" y="4648"/>
                  </a:lnTo>
                  <a:lnTo>
                    <a:pt x="15232" y="4672"/>
                  </a:lnTo>
                  <a:lnTo>
                    <a:pt x="15354" y="4672"/>
                  </a:lnTo>
                  <a:lnTo>
                    <a:pt x="15549" y="5037"/>
                  </a:lnTo>
                  <a:lnTo>
                    <a:pt x="15330" y="4988"/>
                  </a:lnTo>
                  <a:lnTo>
                    <a:pt x="14600" y="4988"/>
                  </a:lnTo>
                  <a:lnTo>
                    <a:pt x="14332" y="5037"/>
                  </a:lnTo>
                  <a:lnTo>
                    <a:pt x="14210" y="5086"/>
                  </a:lnTo>
                  <a:lnTo>
                    <a:pt x="14089" y="5134"/>
                  </a:lnTo>
                  <a:lnTo>
                    <a:pt x="14064" y="5159"/>
                  </a:lnTo>
                  <a:lnTo>
                    <a:pt x="14064" y="5183"/>
                  </a:lnTo>
                  <a:lnTo>
                    <a:pt x="14064" y="5207"/>
                  </a:lnTo>
                  <a:lnTo>
                    <a:pt x="14089" y="5232"/>
                  </a:lnTo>
                  <a:lnTo>
                    <a:pt x="14186" y="5256"/>
                  </a:lnTo>
                  <a:lnTo>
                    <a:pt x="14283" y="5280"/>
                  </a:lnTo>
                  <a:lnTo>
                    <a:pt x="14502" y="5305"/>
                  </a:lnTo>
                  <a:lnTo>
                    <a:pt x="14916" y="5305"/>
                  </a:lnTo>
                  <a:lnTo>
                    <a:pt x="15305" y="5329"/>
                  </a:lnTo>
                  <a:lnTo>
                    <a:pt x="15695" y="5378"/>
                  </a:lnTo>
                  <a:lnTo>
                    <a:pt x="15792" y="5645"/>
                  </a:lnTo>
                  <a:lnTo>
                    <a:pt x="15889" y="5913"/>
                  </a:lnTo>
                  <a:lnTo>
                    <a:pt x="15743" y="5864"/>
                  </a:lnTo>
                  <a:lnTo>
                    <a:pt x="15597" y="5816"/>
                  </a:lnTo>
                  <a:lnTo>
                    <a:pt x="15305" y="5767"/>
                  </a:lnTo>
                  <a:lnTo>
                    <a:pt x="15038" y="5743"/>
                  </a:lnTo>
                  <a:lnTo>
                    <a:pt x="14746" y="5718"/>
                  </a:lnTo>
                  <a:lnTo>
                    <a:pt x="14454" y="5718"/>
                  </a:lnTo>
                  <a:lnTo>
                    <a:pt x="14186" y="5767"/>
                  </a:lnTo>
                  <a:lnTo>
                    <a:pt x="14162" y="5767"/>
                  </a:lnTo>
                  <a:lnTo>
                    <a:pt x="14137" y="5791"/>
                  </a:lnTo>
                  <a:lnTo>
                    <a:pt x="14162" y="5816"/>
                  </a:lnTo>
                  <a:lnTo>
                    <a:pt x="14162" y="5840"/>
                  </a:lnTo>
                  <a:lnTo>
                    <a:pt x="14259" y="5889"/>
                  </a:lnTo>
                  <a:lnTo>
                    <a:pt x="14381" y="5937"/>
                  </a:lnTo>
                  <a:lnTo>
                    <a:pt x="14600" y="5986"/>
                  </a:lnTo>
                  <a:lnTo>
                    <a:pt x="15038" y="6010"/>
                  </a:lnTo>
                  <a:lnTo>
                    <a:pt x="15354" y="6083"/>
                  </a:lnTo>
                  <a:lnTo>
                    <a:pt x="15670" y="6156"/>
                  </a:lnTo>
                  <a:lnTo>
                    <a:pt x="15841" y="6229"/>
                  </a:lnTo>
                  <a:lnTo>
                    <a:pt x="15914" y="6254"/>
                  </a:lnTo>
                  <a:lnTo>
                    <a:pt x="15987" y="6278"/>
                  </a:lnTo>
                  <a:lnTo>
                    <a:pt x="16035" y="6570"/>
                  </a:lnTo>
                  <a:lnTo>
                    <a:pt x="16084" y="6838"/>
                  </a:lnTo>
                  <a:lnTo>
                    <a:pt x="15914" y="6740"/>
                  </a:lnTo>
                  <a:lnTo>
                    <a:pt x="15743" y="6667"/>
                  </a:lnTo>
                  <a:lnTo>
                    <a:pt x="15524" y="6619"/>
                  </a:lnTo>
                  <a:lnTo>
                    <a:pt x="15305" y="6594"/>
                  </a:lnTo>
                  <a:lnTo>
                    <a:pt x="14867" y="6546"/>
                  </a:lnTo>
                  <a:lnTo>
                    <a:pt x="14551" y="6497"/>
                  </a:lnTo>
                  <a:lnTo>
                    <a:pt x="14527" y="6497"/>
                  </a:lnTo>
                  <a:lnTo>
                    <a:pt x="14502" y="6546"/>
                  </a:lnTo>
                  <a:lnTo>
                    <a:pt x="14575" y="6619"/>
                  </a:lnTo>
                  <a:lnTo>
                    <a:pt x="14624" y="6667"/>
                  </a:lnTo>
                  <a:lnTo>
                    <a:pt x="14794" y="6765"/>
                  </a:lnTo>
                  <a:lnTo>
                    <a:pt x="14965" y="6838"/>
                  </a:lnTo>
                  <a:lnTo>
                    <a:pt x="15159" y="6886"/>
                  </a:lnTo>
                  <a:lnTo>
                    <a:pt x="15378" y="6935"/>
                  </a:lnTo>
                  <a:lnTo>
                    <a:pt x="15597" y="7008"/>
                  </a:lnTo>
                  <a:lnTo>
                    <a:pt x="15816" y="7105"/>
                  </a:lnTo>
                  <a:lnTo>
                    <a:pt x="15987" y="7227"/>
                  </a:lnTo>
                  <a:lnTo>
                    <a:pt x="16060" y="7276"/>
                  </a:lnTo>
                  <a:lnTo>
                    <a:pt x="16108" y="7276"/>
                  </a:lnTo>
                  <a:lnTo>
                    <a:pt x="16133" y="7762"/>
                  </a:lnTo>
                  <a:lnTo>
                    <a:pt x="16060" y="7714"/>
                  </a:lnTo>
                  <a:lnTo>
                    <a:pt x="15743" y="7519"/>
                  </a:lnTo>
                  <a:lnTo>
                    <a:pt x="15427" y="7324"/>
                  </a:lnTo>
                  <a:lnTo>
                    <a:pt x="15281" y="7276"/>
                  </a:lnTo>
                  <a:lnTo>
                    <a:pt x="15013" y="7203"/>
                  </a:lnTo>
                  <a:lnTo>
                    <a:pt x="14794" y="7203"/>
                  </a:lnTo>
                  <a:lnTo>
                    <a:pt x="14770" y="7227"/>
                  </a:lnTo>
                  <a:lnTo>
                    <a:pt x="14746" y="7251"/>
                  </a:lnTo>
                  <a:lnTo>
                    <a:pt x="14746" y="7276"/>
                  </a:lnTo>
                  <a:lnTo>
                    <a:pt x="14746" y="7324"/>
                  </a:lnTo>
                  <a:lnTo>
                    <a:pt x="14794" y="7373"/>
                  </a:lnTo>
                  <a:lnTo>
                    <a:pt x="14843" y="7397"/>
                  </a:lnTo>
                  <a:lnTo>
                    <a:pt x="14965" y="7470"/>
                  </a:lnTo>
                  <a:lnTo>
                    <a:pt x="15378" y="7689"/>
                  </a:lnTo>
                  <a:lnTo>
                    <a:pt x="15597" y="7835"/>
                  </a:lnTo>
                  <a:lnTo>
                    <a:pt x="15816" y="7981"/>
                  </a:lnTo>
                  <a:lnTo>
                    <a:pt x="15962" y="8103"/>
                  </a:lnTo>
                  <a:lnTo>
                    <a:pt x="16108" y="8200"/>
                  </a:lnTo>
                  <a:lnTo>
                    <a:pt x="16035" y="8784"/>
                  </a:lnTo>
                  <a:lnTo>
                    <a:pt x="15914" y="8687"/>
                  </a:lnTo>
                  <a:lnTo>
                    <a:pt x="15792" y="8590"/>
                  </a:lnTo>
                  <a:lnTo>
                    <a:pt x="15549" y="8419"/>
                  </a:lnTo>
                  <a:lnTo>
                    <a:pt x="15354" y="8273"/>
                  </a:lnTo>
                  <a:lnTo>
                    <a:pt x="15111" y="8152"/>
                  </a:lnTo>
                  <a:lnTo>
                    <a:pt x="14867" y="8030"/>
                  </a:lnTo>
                  <a:lnTo>
                    <a:pt x="14746" y="7981"/>
                  </a:lnTo>
                  <a:lnTo>
                    <a:pt x="14624" y="7957"/>
                  </a:lnTo>
                  <a:lnTo>
                    <a:pt x="14600" y="7981"/>
                  </a:lnTo>
                  <a:lnTo>
                    <a:pt x="14575" y="8006"/>
                  </a:lnTo>
                  <a:lnTo>
                    <a:pt x="14575" y="8054"/>
                  </a:lnTo>
                  <a:lnTo>
                    <a:pt x="14575" y="8079"/>
                  </a:lnTo>
                  <a:lnTo>
                    <a:pt x="14746" y="8249"/>
                  </a:lnTo>
                  <a:lnTo>
                    <a:pt x="14940" y="8371"/>
                  </a:lnTo>
                  <a:lnTo>
                    <a:pt x="15330" y="8638"/>
                  </a:lnTo>
                  <a:lnTo>
                    <a:pt x="15622" y="8882"/>
                  </a:lnTo>
                  <a:lnTo>
                    <a:pt x="15792" y="9003"/>
                  </a:lnTo>
                  <a:lnTo>
                    <a:pt x="15962" y="9101"/>
                  </a:lnTo>
                  <a:lnTo>
                    <a:pt x="15889" y="9368"/>
                  </a:lnTo>
                  <a:lnTo>
                    <a:pt x="15792" y="9612"/>
                  </a:lnTo>
                  <a:lnTo>
                    <a:pt x="15695" y="9466"/>
                  </a:lnTo>
                  <a:lnTo>
                    <a:pt x="15549" y="9320"/>
                  </a:lnTo>
                  <a:lnTo>
                    <a:pt x="15281" y="9101"/>
                  </a:lnTo>
                  <a:lnTo>
                    <a:pt x="15135" y="8955"/>
                  </a:lnTo>
                  <a:lnTo>
                    <a:pt x="14965" y="8809"/>
                  </a:lnTo>
                  <a:lnTo>
                    <a:pt x="14794" y="8711"/>
                  </a:lnTo>
                  <a:lnTo>
                    <a:pt x="14697" y="8663"/>
                  </a:lnTo>
                  <a:lnTo>
                    <a:pt x="14600" y="8663"/>
                  </a:lnTo>
                  <a:lnTo>
                    <a:pt x="14600" y="8760"/>
                  </a:lnTo>
                  <a:lnTo>
                    <a:pt x="14648" y="8833"/>
                  </a:lnTo>
                  <a:lnTo>
                    <a:pt x="14746" y="9003"/>
                  </a:lnTo>
                  <a:lnTo>
                    <a:pt x="14867" y="9149"/>
                  </a:lnTo>
                  <a:lnTo>
                    <a:pt x="14989" y="9271"/>
                  </a:lnTo>
                  <a:lnTo>
                    <a:pt x="15330" y="9587"/>
                  </a:lnTo>
                  <a:lnTo>
                    <a:pt x="15476" y="9758"/>
                  </a:lnTo>
                  <a:lnTo>
                    <a:pt x="15549" y="9831"/>
                  </a:lnTo>
                  <a:lnTo>
                    <a:pt x="15646" y="9879"/>
                  </a:lnTo>
                  <a:lnTo>
                    <a:pt x="15646" y="9904"/>
                  </a:lnTo>
                  <a:lnTo>
                    <a:pt x="15476" y="10196"/>
                  </a:lnTo>
                  <a:lnTo>
                    <a:pt x="15232" y="10463"/>
                  </a:lnTo>
                  <a:lnTo>
                    <a:pt x="15232" y="10293"/>
                  </a:lnTo>
                  <a:lnTo>
                    <a:pt x="15159" y="10147"/>
                  </a:lnTo>
                  <a:lnTo>
                    <a:pt x="15013" y="9855"/>
                  </a:lnTo>
                  <a:lnTo>
                    <a:pt x="14843" y="9636"/>
                  </a:lnTo>
                  <a:lnTo>
                    <a:pt x="14673" y="9466"/>
                  </a:lnTo>
                  <a:lnTo>
                    <a:pt x="14454" y="9295"/>
                  </a:lnTo>
                  <a:lnTo>
                    <a:pt x="14235" y="9149"/>
                  </a:lnTo>
                  <a:lnTo>
                    <a:pt x="14186" y="9149"/>
                  </a:lnTo>
                  <a:lnTo>
                    <a:pt x="14186" y="9174"/>
                  </a:lnTo>
                  <a:lnTo>
                    <a:pt x="14308" y="9393"/>
                  </a:lnTo>
                  <a:lnTo>
                    <a:pt x="14429" y="9563"/>
                  </a:lnTo>
                  <a:lnTo>
                    <a:pt x="14697" y="9952"/>
                  </a:lnTo>
                  <a:lnTo>
                    <a:pt x="14794" y="10147"/>
                  </a:lnTo>
                  <a:lnTo>
                    <a:pt x="14867" y="10366"/>
                  </a:lnTo>
                  <a:lnTo>
                    <a:pt x="14916" y="10536"/>
                  </a:lnTo>
                  <a:lnTo>
                    <a:pt x="14965" y="10609"/>
                  </a:lnTo>
                  <a:lnTo>
                    <a:pt x="15038" y="10658"/>
                  </a:lnTo>
                  <a:lnTo>
                    <a:pt x="14892" y="10780"/>
                  </a:lnTo>
                  <a:lnTo>
                    <a:pt x="14843" y="10658"/>
                  </a:lnTo>
                  <a:lnTo>
                    <a:pt x="14794" y="10561"/>
                  </a:lnTo>
                  <a:lnTo>
                    <a:pt x="14648" y="10366"/>
                  </a:lnTo>
                  <a:lnTo>
                    <a:pt x="14308" y="10001"/>
                  </a:lnTo>
                  <a:lnTo>
                    <a:pt x="14113" y="9831"/>
                  </a:lnTo>
                  <a:lnTo>
                    <a:pt x="13918" y="9685"/>
                  </a:lnTo>
                  <a:lnTo>
                    <a:pt x="13894" y="9685"/>
                  </a:lnTo>
                  <a:lnTo>
                    <a:pt x="13870" y="9733"/>
                  </a:lnTo>
                  <a:lnTo>
                    <a:pt x="13918" y="9904"/>
                  </a:lnTo>
                  <a:lnTo>
                    <a:pt x="14016" y="10050"/>
                  </a:lnTo>
                  <a:lnTo>
                    <a:pt x="14113" y="10196"/>
                  </a:lnTo>
                  <a:lnTo>
                    <a:pt x="14235" y="10342"/>
                  </a:lnTo>
                  <a:lnTo>
                    <a:pt x="14356" y="10488"/>
                  </a:lnTo>
                  <a:lnTo>
                    <a:pt x="14478" y="10634"/>
                  </a:lnTo>
                  <a:lnTo>
                    <a:pt x="14575" y="10804"/>
                  </a:lnTo>
                  <a:lnTo>
                    <a:pt x="14600" y="10974"/>
                  </a:lnTo>
                  <a:lnTo>
                    <a:pt x="14502" y="11047"/>
                  </a:lnTo>
                  <a:lnTo>
                    <a:pt x="14356" y="10853"/>
                  </a:lnTo>
                  <a:lnTo>
                    <a:pt x="14186" y="10658"/>
                  </a:lnTo>
                  <a:lnTo>
                    <a:pt x="13991" y="10512"/>
                  </a:lnTo>
                  <a:lnTo>
                    <a:pt x="13797" y="10390"/>
                  </a:lnTo>
                  <a:lnTo>
                    <a:pt x="13772" y="10366"/>
                  </a:lnTo>
                  <a:lnTo>
                    <a:pt x="13724" y="10366"/>
                  </a:lnTo>
                  <a:lnTo>
                    <a:pt x="13675" y="10415"/>
                  </a:lnTo>
                  <a:lnTo>
                    <a:pt x="13651" y="10463"/>
                  </a:lnTo>
                  <a:lnTo>
                    <a:pt x="13651" y="10512"/>
                  </a:lnTo>
                  <a:lnTo>
                    <a:pt x="13675" y="10536"/>
                  </a:lnTo>
                  <a:lnTo>
                    <a:pt x="13845" y="10682"/>
                  </a:lnTo>
                  <a:lnTo>
                    <a:pt x="13991" y="10853"/>
                  </a:lnTo>
                  <a:lnTo>
                    <a:pt x="14113" y="11023"/>
                  </a:lnTo>
                  <a:lnTo>
                    <a:pt x="14235" y="11218"/>
                  </a:lnTo>
                  <a:lnTo>
                    <a:pt x="14040" y="11339"/>
                  </a:lnTo>
                  <a:lnTo>
                    <a:pt x="13918" y="11218"/>
                  </a:lnTo>
                  <a:lnTo>
                    <a:pt x="13797" y="11120"/>
                  </a:lnTo>
                  <a:lnTo>
                    <a:pt x="13675" y="11023"/>
                  </a:lnTo>
                  <a:lnTo>
                    <a:pt x="13578" y="10974"/>
                  </a:lnTo>
                  <a:lnTo>
                    <a:pt x="13529" y="10950"/>
                  </a:lnTo>
                  <a:lnTo>
                    <a:pt x="13480" y="10950"/>
                  </a:lnTo>
                  <a:lnTo>
                    <a:pt x="13407" y="10999"/>
                  </a:lnTo>
                  <a:lnTo>
                    <a:pt x="13407" y="11047"/>
                  </a:lnTo>
                  <a:lnTo>
                    <a:pt x="13383" y="11072"/>
                  </a:lnTo>
                  <a:lnTo>
                    <a:pt x="13407" y="11120"/>
                  </a:lnTo>
                  <a:lnTo>
                    <a:pt x="13432" y="11145"/>
                  </a:lnTo>
                  <a:lnTo>
                    <a:pt x="13553" y="11315"/>
                  </a:lnTo>
                  <a:lnTo>
                    <a:pt x="13675" y="11485"/>
                  </a:lnTo>
                  <a:lnTo>
                    <a:pt x="13724" y="11583"/>
                  </a:lnTo>
                  <a:lnTo>
                    <a:pt x="13553" y="11704"/>
                  </a:lnTo>
                  <a:lnTo>
                    <a:pt x="13432" y="11558"/>
                  </a:lnTo>
                  <a:lnTo>
                    <a:pt x="13261" y="11461"/>
                  </a:lnTo>
                  <a:lnTo>
                    <a:pt x="13213" y="11461"/>
                  </a:lnTo>
                  <a:lnTo>
                    <a:pt x="13188" y="11485"/>
                  </a:lnTo>
                  <a:lnTo>
                    <a:pt x="13188" y="11534"/>
                  </a:lnTo>
                  <a:lnTo>
                    <a:pt x="13213" y="11558"/>
                  </a:lnTo>
                  <a:lnTo>
                    <a:pt x="13261" y="11631"/>
                  </a:lnTo>
                  <a:lnTo>
                    <a:pt x="13310" y="11704"/>
                  </a:lnTo>
                  <a:lnTo>
                    <a:pt x="13359" y="11874"/>
                  </a:lnTo>
                  <a:lnTo>
                    <a:pt x="13359" y="11899"/>
                  </a:lnTo>
                  <a:lnTo>
                    <a:pt x="13237" y="12020"/>
                  </a:lnTo>
                  <a:lnTo>
                    <a:pt x="13188" y="12118"/>
                  </a:lnTo>
                  <a:lnTo>
                    <a:pt x="13164" y="12215"/>
                  </a:lnTo>
                  <a:lnTo>
                    <a:pt x="13188" y="12288"/>
                  </a:lnTo>
                  <a:lnTo>
                    <a:pt x="13213" y="12385"/>
                  </a:lnTo>
                  <a:lnTo>
                    <a:pt x="13213" y="12775"/>
                  </a:lnTo>
                  <a:lnTo>
                    <a:pt x="13237" y="13164"/>
                  </a:lnTo>
                  <a:lnTo>
                    <a:pt x="13237" y="13553"/>
                  </a:lnTo>
                  <a:lnTo>
                    <a:pt x="13213" y="13748"/>
                  </a:lnTo>
                  <a:lnTo>
                    <a:pt x="13188" y="13943"/>
                  </a:lnTo>
                  <a:lnTo>
                    <a:pt x="13140" y="14064"/>
                  </a:lnTo>
                  <a:lnTo>
                    <a:pt x="13067" y="14162"/>
                  </a:lnTo>
                  <a:lnTo>
                    <a:pt x="12994" y="14210"/>
                  </a:lnTo>
                  <a:lnTo>
                    <a:pt x="12921" y="14235"/>
                  </a:lnTo>
                  <a:lnTo>
                    <a:pt x="12823" y="14210"/>
                  </a:lnTo>
                  <a:lnTo>
                    <a:pt x="12726" y="14186"/>
                  </a:lnTo>
                  <a:lnTo>
                    <a:pt x="12507" y="14040"/>
                  </a:lnTo>
                  <a:lnTo>
                    <a:pt x="12288" y="13821"/>
                  </a:lnTo>
                  <a:lnTo>
                    <a:pt x="12069" y="13578"/>
                  </a:lnTo>
                  <a:lnTo>
                    <a:pt x="11728" y="13164"/>
                  </a:lnTo>
                  <a:lnTo>
                    <a:pt x="11850" y="13042"/>
                  </a:lnTo>
                  <a:lnTo>
                    <a:pt x="11923" y="12969"/>
                  </a:lnTo>
                  <a:lnTo>
                    <a:pt x="11947" y="12896"/>
                  </a:lnTo>
                  <a:lnTo>
                    <a:pt x="11947" y="12823"/>
                  </a:lnTo>
                  <a:lnTo>
                    <a:pt x="11923" y="12750"/>
                  </a:lnTo>
                  <a:lnTo>
                    <a:pt x="11874" y="12677"/>
                  </a:lnTo>
                  <a:lnTo>
                    <a:pt x="11826" y="12629"/>
                  </a:lnTo>
                  <a:lnTo>
                    <a:pt x="11777" y="12604"/>
                  </a:lnTo>
                  <a:lnTo>
                    <a:pt x="11680" y="12580"/>
                  </a:lnTo>
                  <a:lnTo>
                    <a:pt x="11655" y="12385"/>
                  </a:lnTo>
                  <a:lnTo>
                    <a:pt x="11631" y="12361"/>
                  </a:lnTo>
                  <a:lnTo>
                    <a:pt x="11582" y="12361"/>
                  </a:lnTo>
                  <a:lnTo>
                    <a:pt x="11582" y="12385"/>
                  </a:lnTo>
                  <a:lnTo>
                    <a:pt x="11558" y="12580"/>
                  </a:lnTo>
                  <a:lnTo>
                    <a:pt x="11509" y="12580"/>
                  </a:lnTo>
                  <a:lnTo>
                    <a:pt x="11485" y="12604"/>
                  </a:lnTo>
                  <a:lnTo>
                    <a:pt x="11461" y="12604"/>
                  </a:lnTo>
                  <a:lnTo>
                    <a:pt x="11242" y="12702"/>
                  </a:lnTo>
                  <a:lnTo>
                    <a:pt x="11169" y="12361"/>
                  </a:lnTo>
                  <a:lnTo>
                    <a:pt x="11144" y="12191"/>
                  </a:lnTo>
                  <a:lnTo>
                    <a:pt x="11169" y="12020"/>
                  </a:lnTo>
                  <a:lnTo>
                    <a:pt x="11144" y="11972"/>
                  </a:lnTo>
                  <a:lnTo>
                    <a:pt x="11120" y="11947"/>
                  </a:lnTo>
                  <a:lnTo>
                    <a:pt x="11071" y="11947"/>
                  </a:lnTo>
                  <a:lnTo>
                    <a:pt x="11047" y="11972"/>
                  </a:lnTo>
                  <a:lnTo>
                    <a:pt x="11023" y="12118"/>
                  </a:lnTo>
                  <a:lnTo>
                    <a:pt x="10998" y="12312"/>
                  </a:lnTo>
                  <a:lnTo>
                    <a:pt x="10998" y="12556"/>
                  </a:lnTo>
                  <a:lnTo>
                    <a:pt x="10998" y="12799"/>
                  </a:lnTo>
                  <a:lnTo>
                    <a:pt x="10633" y="12896"/>
                  </a:lnTo>
                  <a:lnTo>
                    <a:pt x="10609" y="12604"/>
                  </a:lnTo>
                  <a:lnTo>
                    <a:pt x="10560" y="12361"/>
                  </a:lnTo>
                  <a:lnTo>
                    <a:pt x="10512" y="12118"/>
                  </a:lnTo>
                  <a:lnTo>
                    <a:pt x="10390" y="11607"/>
                  </a:lnTo>
                  <a:lnTo>
                    <a:pt x="10366" y="11583"/>
                  </a:lnTo>
                  <a:lnTo>
                    <a:pt x="10342" y="11558"/>
                  </a:lnTo>
                  <a:lnTo>
                    <a:pt x="10293" y="11583"/>
                  </a:lnTo>
                  <a:lnTo>
                    <a:pt x="10269" y="11607"/>
                  </a:lnTo>
                  <a:lnTo>
                    <a:pt x="10244" y="11826"/>
                  </a:lnTo>
                  <a:lnTo>
                    <a:pt x="10244" y="12045"/>
                  </a:lnTo>
                  <a:lnTo>
                    <a:pt x="10269" y="12507"/>
                  </a:lnTo>
                  <a:lnTo>
                    <a:pt x="10269" y="12726"/>
                  </a:lnTo>
                  <a:lnTo>
                    <a:pt x="10269" y="12945"/>
                  </a:lnTo>
                  <a:lnTo>
                    <a:pt x="9636" y="12994"/>
                  </a:lnTo>
                  <a:lnTo>
                    <a:pt x="9612" y="12726"/>
                  </a:lnTo>
                  <a:lnTo>
                    <a:pt x="9612" y="12507"/>
                  </a:lnTo>
                  <a:lnTo>
                    <a:pt x="9612" y="12337"/>
                  </a:lnTo>
                  <a:lnTo>
                    <a:pt x="9612" y="12142"/>
                  </a:lnTo>
                  <a:lnTo>
                    <a:pt x="9563" y="11972"/>
                  </a:lnTo>
                  <a:lnTo>
                    <a:pt x="9514" y="11899"/>
                  </a:lnTo>
                  <a:lnTo>
                    <a:pt x="9466" y="11826"/>
                  </a:lnTo>
                  <a:lnTo>
                    <a:pt x="9417" y="11826"/>
                  </a:lnTo>
                  <a:lnTo>
                    <a:pt x="9393" y="11850"/>
                  </a:lnTo>
                  <a:lnTo>
                    <a:pt x="9344" y="12020"/>
                  </a:lnTo>
                  <a:lnTo>
                    <a:pt x="9320" y="12215"/>
                  </a:lnTo>
                  <a:lnTo>
                    <a:pt x="9295" y="12604"/>
                  </a:lnTo>
                  <a:lnTo>
                    <a:pt x="9271" y="12799"/>
                  </a:lnTo>
                  <a:lnTo>
                    <a:pt x="9247" y="12994"/>
                  </a:lnTo>
                  <a:lnTo>
                    <a:pt x="9052" y="12994"/>
                  </a:lnTo>
                  <a:lnTo>
                    <a:pt x="9003" y="12604"/>
                  </a:lnTo>
                  <a:lnTo>
                    <a:pt x="8930" y="12191"/>
                  </a:lnTo>
                  <a:lnTo>
                    <a:pt x="8857" y="11753"/>
                  </a:lnTo>
                  <a:lnTo>
                    <a:pt x="8833" y="11704"/>
                  </a:lnTo>
                  <a:lnTo>
                    <a:pt x="8784" y="11680"/>
                  </a:lnTo>
                  <a:lnTo>
                    <a:pt x="8711" y="11704"/>
                  </a:lnTo>
                  <a:lnTo>
                    <a:pt x="8711" y="11777"/>
                  </a:lnTo>
                  <a:lnTo>
                    <a:pt x="8711" y="12191"/>
                  </a:lnTo>
                  <a:lnTo>
                    <a:pt x="8687" y="12604"/>
                  </a:lnTo>
                  <a:lnTo>
                    <a:pt x="8687" y="12994"/>
                  </a:lnTo>
                  <a:lnTo>
                    <a:pt x="8176" y="12994"/>
                  </a:lnTo>
                  <a:lnTo>
                    <a:pt x="8200" y="12653"/>
                  </a:lnTo>
                  <a:lnTo>
                    <a:pt x="8273" y="12215"/>
                  </a:lnTo>
                  <a:lnTo>
                    <a:pt x="8346" y="11777"/>
                  </a:lnTo>
                  <a:lnTo>
                    <a:pt x="8346" y="11704"/>
                  </a:lnTo>
                  <a:lnTo>
                    <a:pt x="8298" y="11655"/>
                  </a:lnTo>
                  <a:lnTo>
                    <a:pt x="8249" y="11655"/>
                  </a:lnTo>
                  <a:lnTo>
                    <a:pt x="8200" y="11704"/>
                  </a:lnTo>
                  <a:lnTo>
                    <a:pt x="8079" y="11899"/>
                  </a:lnTo>
                  <a:lnTo>
                    <a:pt x="8006" y="12118"/>
                  </a:lnTo>
                  <a:lnTo>
                    <a:pt x="7933" y="12337"/>
                  </a:lnTo>
                  <a:lnTo>
                    <a:pt x="7884" y="12556"/>
                  </a:lnTo>
                  <a:lnTo>
                    <a:pt x="7835" y="12750"/>
                  </a:lnTo>
                  <a:lnTo>
                    <a:pt x="7811" y="12969"/>
                  </a:lnTo>
                  <a:lnTo>
                    <a:pt x="7300" y="12945"/>
                  </a:lnTo>
                  <a:lnTo>
                    <a:pt x="7349" y="12653"/>
                  </a:lnTo>
                  <a:lnTo>
                    <a:pt x="7397" y="12385"/>
                  </a:lnTo>
                  <a:lnTo>
                    <a:pt x="7495" y="12045"/>
                  </a:lnTo>
                  <a:lnTo>
                    <a:pt x="7592" y="11680"/>
                  </a:lnTo>
                  <a:lnTo>
                    <a:pt x="7568" y="11655"/>
                  </a:lnTo>
                  <a:lnTo>
                    <a:pt x="7543" y="11631"/>
                  </a:lnTo>
                  <a:lnTo>
                    <a:pt x="7470" y="11680"/>
                  </a:lnTo>
                  <a:lnTo>
                    <a:pt x="7397" y="11728"/>
                  </a:lnTo>
                  <a:lnTo>
                    <a:pt x="7276" y="11850"/>
                  </a:lnTo>
                  <a:lnTo>
                    <a:pt x="7178" y="11996"/>
                  </a:lnTo>
                  <a:lnTo>
                    <a:pt x="7130" y="12166"/>
                  </a:lnTo>
                  <a:lnTo>
                    <a:pt x="7008" y="12507"/>
                  </a:lnTo>
                  <a:lnTo>
                    <a:pt x="6959" y="12702"/>
                  </a:lnTo>
                  <a:lnTo>
                    <a:pt x="6935" y="12872"/>
                  </a:lnTo>
                  <a:lnTo>
                    <a:pt x="6473" y="12702"/>
                  </a:lnTo>
                  <a:lnTo>
                    <a:pt x="6521" y="12556"/>
                  </a:lnTo>
                  <a:lnTo>
                    <a:pt x="6546" y="12483"/>
                  </a:lnTo>
                  <a:lnTo>
                    <a:pt x="6546" y="12410"/>
                  </a:lnTo>
                  <a:lnTo>
                    <a:pt x="6546" y="12337"/>
                  </a:lnTo>
                  <a:lnTo>
                    <a:pt x="6497" y="12288"/>
                  </a:lnTo>
                  <a:lnTo>
                    <a:pt x="6473" y="12288"/>
                  </a:lnTo>
                  <a:lnTo>
                    <a:pt x="6375" y="12385"/>
                  </a:lnTo>
                  <a:lnTo>
                    <a:pt x="6302" y="12483"/>
                  </a:lnTo>
                  <a:lnTo>
                    <a:pt x="6181" y="12629"/>
                  </a:lnTo>
                  <a:lnTo>
                    <a:pt x="5889" y="12629"/>
                  </a:lnTo>
                  <a:lnTo>
                    <a:pt x="5816" y="12653"/>
                  </a:lnTo>
                  <a:lnTo>
                    <a:pt x="5743" y="12750"/>
                  </a:lnTo>
                  <a:lnTo>
                    <a:pt x="5743" y="12799"/>
                  </a:lnTo>
                  <a:lnTo>
                    <a:pt x="5743" y="12872"/>
                  </a:lnTo>
                  <a:lnTo>
                    <a:pt x="5743" y="12921"/>
                  </a:lnTo>
                  <a:lnTo>
                    <a:pt x="5791" y="12969"/>
                  </a:lnTo>
                  <a:lnTo>
                    <a:pt x="5986" y="13115"/>
                  </a:lnTo>
                  <a:lnTo>
                    <a:pt x="6181" y="13237"/>
                  </a:lnTo>
                  <a:lnTo>
                    <a:pt x="5986" y="13505"/>
                  </a:lnTo>
                  <a:lnTo>
                    <a:pt x="5767" y="13748"/>
                  </a:lnTo>
                  <a:lnTo>
                    <a:pt x="5305" y="14210"/>
                  </a:lnTo>
                  <a:lnTo>
                    <a:pt x="5134" y="14381"/>
                  </a:lnTo>
                  <a:lnTo>
                    <a:pt x="4988" y="14527"/>
                  </a:lnTo>
                  <a:lnTo>
                    <a:pt x="4891" y="14551"/>
                  </a:lnTo>
                  <a:lnTo>
                    <a:pt x="4818" y="14551"/>
                  </a:lnTo>
                  <a:lnTo>
                    <a:pt x="4721" y="14527"/>
                  </a:lnTo>
                  <a:lnTo>
                    <a:pt x="4648" y="14454"/>
                  </a:lnTo>
                  <a:lnTo>
                    <a:pt x="4648" y="13383"/>
                  </a:lnTo>
                  <a:lnTo>
                    <a:pt x="4623" y="12872"/>
                  </a:lnTo>
                  <a:lnTo>
                    <a:pt x="4599" y="12337"/>
                  </a:lnTo>
                  <a:lnTo>
                    <a:pt x="4575" y="12239"/>
                  </a:lnTo>
                  <a:lnTo>
                    <a:pt x="4526" y="12191"/>
                  </a:lnTo>
                  <a:lnTo>
                    <a:pt x="4502" y="12166"/>
                  </a:lnTo>
                  <a:lnTo>
                    <a:pt x="4404" y="12118"/>
                  </a:lnTo>
                  <a:lnTo>
                    <a:pt x="4307" y="12020"/>
                  </a:lnTo>
                  <a:lnTo>
                    <a:pt x="4185" y="11947"/>
                  </a:lnTo>
                  <a:lnTo>
                    <a:pt x="3918" y="11801"/>
                  </a:lnTo>
                  <a:lnTo>
                    <a:pt x="3650" y="11680"/>
                  </a:lnTo>
                  <a:lnTo>
                    <a:pt x="3407" y="11510"/>
                  </a:lnTo>
                  <a:lnTo>
                    <a:pt x="3163" y="11339"/>
                  </a:lnTo>
                  <a:lnTo>
                    <a:pt x="2920" y="11145"/>
                  </a:lnTo>
                  <a:lnTo>
                    <a:pt x="2677" y="10926"/>
                  </a:lnTo>
                  <a:lnTo>
                    <a:pt x="2482" y="10658"/>
                  </a:lnTo>
                  <a:lnTo>
                    <a:pt x="2288" y="10390"/>
                  </a:lnTo>
                  <a:lnTo>
                    <a:pt x="2117" y="10098"/>
                  </a:lnTo>
                  <a:lnTo>
                    <a:pt x="1947" y="9758"/>
                  </a:lnTo>
                  <a:lnTo>
                    <a:pt x="1850" y="9587"/>
                  </a:lnTo>
                  <a:lnTo>
                    <a:pt x="1752" y="9441"/>
                  </a:lnTo>
                  <a:lnTo>
                    <a:pt x="1704" y="9028"/>
                  </a:lnTo>
                  <a:lnTo>
                    <a:pt x="1655" y="8614"/>
                  </a:lnTo>
                  <a:lnTo>
                    <a:pt x="1655" y="8517"/>
                  </a:lnTo>
                  <a:lnTo>
                    <a:pt x="1631" y="8371"/>
                  </a:lnTo>
                  <a:lnTo>
                    <a:pt x="1582" y="8249"/>
                  </a:lnTo>
                  <a:lnTo>
                    <a:pt x="1533" y="8225"/>
                  </a:lnTo>
                  <a:lnTo>
                    <a:pt x="1485" y="8225"/>
                  </a:lnTo>
                  <a:lnTo>
                    <a:pt x="1412" y="8249"/>
                  </a:lnTo>
                  <a:lnTo>
                    <a:pt x="1363" y="8322"/>
                  </a:lnTo>
                  <a:lnTo>
                    <a:pt x="1339" y="8371"/>
                  </a:lnTo>
                  <a:lnTo>
                    <a:pt x="1314" y="8444"/>
                  </a:lnTo>
                  <a:lnTo>
                    <a:pt x="1290" y="8614"/>
                  </a:lnTo>
                  <a:lnTo>
                    <a:pt x="1266" y="8760"/>
                  </a:lnTo>
                  <a:lnTo>
                    <a:pt x="1266" y="8906"/>
                  </a:lnTo>
                  <a:lnTo>
                    <a:pt x="1266" y="9076"/>
                  </a:lnTo>
                  <a:lnTo>
                    <a:pt x="1120" y="9101"/>
                  </a:lnTo>
                  <a:lnTo>
                    <a:pt x="998" y="9149"/>
                  </a:lnTo>
                  <a:lnTo>
                    <a:pt x="828" y="9003"/>
                  </a:lnTo>
                  <a:lnTo>
                    <a:pt x="755" y="8906"/>
                  </a:lnTo>
                  <a:lnTo>
                    <a:pt x="682" y="8809"/>
                  </a:lnTo>
                  <a:lnTo>
                    <a:pt x="584" y="8565"/>
                  </a:lnTo>
                  <a:lnTo>
                    <a:pt x="511" y="8322"/>
                  </a:lnTo>
                  <a:lnTo>
                    <a:pt x="463" y="8079"/>
                  </a:lnTo>
                  <a:lnTo>
                    <a:pt x="438" y="7811"/>
                  </a:lnTo>
                  <a:lnTo>
                    <a:pt x="438" y="7592"/>
                  </a:lnTo>
                  <a:lnTo>
                    <a:pt x="438" y="7373"/>
                  </a:lnTo>
                  <a:lnTo>
                    <a:pt x="487" y="7154"/>
                  </a:lnTo>
                  <a:lnTo>
                    <a:pt x="536" y="6911"/>
                  </a:lnTo>
                  <a:lnTo>
                    <a:pt x="609" y="6740"/>
                  </a:lnTo>
                  <a:lnTo>
                    <a:pt x="706" y="6570"/>
                  </a:lnTo>
                  <a:lnTo>
                    <a:pt x="925" y="6302"/>
                  </a:lnTo>
                  <a:lnTo>
                    <a:pt x="998" y="6302"/>
                  </a:lnTo>
                  <a:lnTo>
                    <a:pt x="1290" y="6327"/>
                  </a:lnTo>
                  <a:lnTo>
                    <a:pt x="1436" y="6302"/>
                  </a:lnTo>
                  <a:lnTo>
                    <a:pt x="1533" y="6327"/>
                  </a:lnTo>
                  <a:lnTo>
                    <a:pt x="1631" y="6327"/>
                  </a:lnTo>
                  <a:lnTo>
                    <a:pt x="1728" y="6254"/>
                  </a:lnTo>
                  <a:lnTo>
                    <a:pt x="1752" y="6205"/>
                  </a:lnTo>
                  <a:lnTo>
                    <a:pt x="1777" y="6156"/>
                  </a:lnTo>
                  <a:lnTo>
                    <a:pt x="1874" y="5840"/>
                  </a:lnTo>
                  <a:lnTo>
                    <a:pt x="1971" y="5548"/>
                  </a:lnTo>
                  <a:lnTo>
                    <a:pt x="2093" y="5280"/>
                  </a:lnTo>
                  <a:lnTo>
                    <a:pt x="2239" y="5013"/>
                  </a:lnTo>
                  <a:lnTo>
                    <a:pt x="2409" y="4769"/>
                  </a:lnTo>
                  <a:lnTo>
                    <a:pt x="2604" y="4526"/>
                  </a:lnTo>
                  <a:lnTo>
                    <a:pt x="3017" y="4039"/>
                  </a:lnTo>
                  <a:lnTo>
                    <a:pt x="3407" y="3601"/>
                  </a:lnTo>
                  <a:lnTo>
                    <a:pt x="3820" y="3164"/>
                  </a:lnTo>
                  <a:lnTo>
                    <a:pt x="4137" y="2872"/>
                  </a:lnTo>
                  <a:lnTo>
                    <a:pt x="4283" y="2726"/>
                  </a:lnTo>
                  <a:lnTo>
                    <a:pt x="4429" y="2555"/>
                  </a:lnTo>
                  <a:lnTo>
                    <a:pt x="4502" y="2555"/>
                  </a:lnTo>
                  <a:lnTo>
                    <a:pt x="4550" y="2507"/>
                  </a:lnTo>
                  <a:lnTo>
                    <a:pt x="4599" y="2361"/>
                  </a:lnTo>
                  <a:lnTo>
                    <a:pt x="4599" y="2215"/>
                  </a:lnTo>
                  <a:lnTo>
                    <a:pt x="4599" y="2069"/>
                  </a:lnTo>
                  <a:lnTo>
                    <a:pt x="4623" y="1923"/>
                  </a:lnTo>
                  <a:lnTo>
                    <a:pt x="4672" y="1631"/>
                  </a:lnTo>
                  <a:lnTo>
                    <a:pt x="4745" y="1339"/>
                  </a:lnTo>
                  <a:lnTo>
                    <a:pt x="4891" y="901"/>
                  </a:lnTo>
                  <a:lnTo>
                    <a:pt x="5061" y="487"/>
                  </a:lnTo>
                  <a:close/>
                  <a:moveTo>
                    <a:pt x="4915" y="0"/>
                  </a:moveTo>
                  <a:lnTo>
                    <a:pt x="4842" y="25"/>
                  </a:lnTo>
                  <a:lnTo>
                    <a:pt x="4794" y="49"/>
                  </a:lnTo>
                  <a:lnTo>
                    <a:pt x="4696" y="146"/>
                  </a:lnTo>
                  <a:lnTo>
                    <a:pt x="4599" y="268"/>
                  </a:lnTo>
                  <a:lnTo>
                    <a:pt x="4526" y="414"/>
                  </a:lnTo>
                  <a:lnTo>
                    <a:pt x="4453" y="584"/>
                  </a:lnTo>
                  <a:lnTo>
                    <a:pt x="4356" y="925"/>
                  </a:lnTo>
                  <a:lnTo>
                    <a:pt x="4283" y="1217"/>
                  </a:lnTo>
                  <a:lnTo>
                    <a:pt x="4210" y="1436"/>
                  </a:lnTo>
                  <a:lnTo>
                    <a:pt x="4137" y="1728"/>
                  </a:lnTo>
                  <a:lnTo>
                    <a:pt x="4112" y="2020"/>
                  </a:lnTo>
                  <a:lnTo>
                    <a:pt x="4112" y="2166"/>
                  </a:lnTo>
                  <a:lnTo>
                    <a:pt x="4137" y="2288"/>
                  </a:lnTo>
                  <a:lnTo>
                    <a:pt x="3893" y="2385"/>
                  </a:lnTo>
                  <a:lnTo>
                    <a:pt x="3674" y="2531"/>
                  </a:lnTo>
                  <a:lnTo>
                    <a:pt x="3455" y="2726"/>
                  </a:lnTo>
                  <a:lnTo>
                    <a:pt x="3236" y="2945"/>
                  </a:lnTo>
                  <a:lnTo>
                    <a:pt x="2871" y="3383"/>
                  </a:lnTo>
                  <a:lnTo>
                    <a:pt x="2531" y="3772"/>
                  </a:lnTo>
                  <a:lnTo>
                    <a:pt x="2142" y="4210"/>
                  </a:lnTo>
                  <a:lnTo>
                    <a:pt x="1923" y="4453"/>
                  </a:lnTo>
                  <a:lnTo>
                    <a:pt x="1752" y="4721"/>
                  </a:lnTo>
                  <a:lnTo>
                    <a:pt x="1582" y="4988"/>
                  </a:lnTo>
                  <a:lnTo>
                    <a:pt x="1436" y="5280"/>
                  </a:lnTo>
                  <a:lnTo>
                    <a:pt x="1339" y="5572"/>
                  </a:lnTo>
                  <a:lnTo>
                    <a:pt x="1290" y="5864"/>
                  </a:lnTo>
                  <a:lnTo>
                    <a:pt x="925" y="5864"/>
                  </a:lnTo>
                  <a:lnTo>
                    <a:pt x="755" y="5889"/>
                  </a:lnTo>
                  <a:lnTo>
                    <a:pt x="633" y="5937"/>
                  </a:lnTo>
                  <a:lnTo>
                    <a:pt x="536" y="5986"/>
                  </a:lnTo>
                  <a:lnTo>
                    <a:pt x="438" y="6083"/>
                  </a:lnTo>
                  <a:lnTo>
                    <a:pt x="341" y="6181"/>
                  </a:lnTo>
                  <a:lnTo>
                    <a:pt x="268" y="6302"/>
                  </a:lnTo>
                  <a:lnTo>
                    <a:pt x="219" y="6424"/>
                  </a:lnTo>
                  <a:lnTo>
                    <a:pt x="122" y="6716"/>
                  </a:lnTo>
                  <a:lnTo>
                    <a:pt x="49" y="7032"/>
                  </a:lnTo>
                  <a:lnTo>
                    <a:pt x="25" y="7324"/>
                  </a:lnTo>
                  <a:lnTo>
                    <a:pt x="0" y="7592"/>
                  </a:lnTo>
                  <a:lnTo>
                    <a:pt x="0" y="7811"/>
                  </a:lnTo>
                  <a:lnTo>
                    <a:pt x="25" y="8054"/>
                  </a:lnTo>
                  <a:lnTo>
                    <a:pt x="49" y="8322"/>
                  </a:lnTo>
                  <a:lnTo>
                    <a:pt x="122" y="8638"/>
                  </a:lnTo>
                  <a:lnTo>
                    <a:pt x="219" y="8930"/>
                  </a:lnTo>
                  <a:lnTo>
                    <a:pt x="365" y="9198"/>
                  </a:lnTo>
                  <a:lnTo>
                    <a:pt x="438" y="9320"/>
                  </a:lnTo>
                  <a:lnTo>
                    <a:pt x="536" y="9417"/>
                  </a:lnTo>
                  <a:lnTo>
                    <a:pt x="633" y="9514"/>
                  </a:lnTo>
                  <a:lnTo>
                    <a:pt x="730" y="9563"/>
                  </a:lnTo>
                  <a:lnTo>
                    <a:pt x="852" y="9612"/>
                  </a:lnTo>
                  <a:lnTo>
                    <a:pt x="1047" y="9612"/>
                  </a:lnTo>
                  <a:lnTo>
                    <a:pt x="1095" y="9587"/>
                  </a:lnTo>
                  <a:lnTo>
                    <a:pt x="1314" y="9587"/>
                  </a:lnTo>
                  <a:lnTo>
                    <a:pt x="1339" y="9612"/>
                  </a:lnTo>
                  <a:lnTo>
                    <a:pt x="1387" y="9758"/>
                  </a:lnTo>
                  <a:lnTo>
                    <a:pt x="1436" y="9928"/>
                  </a:lnTo>
                  <a:lnTo>
                    <a:pt x="1582" y="10220"/>
                  </a:lnTo>
                  <a:lnTo>
                    <a:pt x="1752" y="10512"/>
                  </a:lnTo>
                  <a:lnTo>
                    <a:pt x="1923" y="10804"/>
                  </a:lnTo>
                  <a:lnTo>
                    <a:pt x="2117" y="11072"/>
                  </a:lnTo>
                  <a:lnTo>
                    <a:pt x="2312" y="11315"/>
                  </a:lnTo>
                  <a:lnTo>
                    <a:pt x="2531" y="11510"/>
                  </a:lnTo>
                  <a:lnTo>
                    <a:pt x="2750" y="11704"/>
                  </a:lnTo>
                  <a:lnTo>
                    <a:pt x="3236" y="12045"/>
                  </a:lnTo>
                  <a:lnTo>
                    <a:pt x="3455" y="12191"/>
                  </a:lnTo>
                  <a:lnTo>
                    <a:pt x="3674" y="12288"/>
                  </a:lnTo>
                  <a:lnTo>
                    <a:pt x="3918" y="12385"/>
                  </a:lnTo>
                  <a:lnTo>
                    <a:pt x="4137" y="12507"/>
                  </a:lnTo>
                  <a:lnTo>
                    <a:pt x="4161" y="12531"/>
                  </a:lnTo>
                  <a:lnTo>
                    <a:pt x="4112" y="13067"/>
                  </a:lnTo>
                  <a:lnTo>
                    <a:pt x="4112" y="13626"/>
                  </a:lnTo>
                  <a:lnTo>
                    <a:pt x="4112" y="14746"/>
                  </a:lnTo>
                  <a:lnTo>
                    <a:pt x="4137" y="14819"/>
                  </a:lnTo>
                  <a:lnTo>
                    <a:pt x="4161" y="14867"/>
                  </a:lnTo>
                  <a:lnTo>
                    <a:pt x="4185" y="14916"/>
                  </a:lnTo>
                  <a:lnTo>
                    <a:pt x="4234" y="14965"/>
                  </a:lnTo>
                  <a:lnTo>
                    <a:pt x="4331" y="14989"/>
                  </a:lnTo>
                  <a:lnTo>
                    <a:pt x="4453" y="14989"/>
                  </a:lnTo>
                  <a:lnTo>
                    <a:pt x="4550" y="15062"/>
                  </a:lnTo>
                  <a:lnTo>
                    <a:pt x="4648" y="15111"/>
                  </a:lnTo>
                  <a:lnTo>
                    <a:pt x="4769" y="15135"/>
                  </a:lnTo>
                  <a:lnTo>
                    <a:pt x="4891" y="15111"/>
                  </a:lnTo>
                  <a:lnTo>
                    <a:pt x="4988" y="15086"/>
                  </a:lnTo>
                  <a:lnTo>
                    <a:pt x="5110" y="15038"/>
                  </a:lnTo>
                  <a:lnTo>
                    <a:pt x="5305" y="14940"/>
                  </a:lnTo>
                  <a:lnTo>
                    <a:pt x="5548" y="14721"/>
                  </a:lnTo>
                  <a:lnTo>
                    <a:pt x="5791" y="14502"/>
                  </a:lnTo>
                  <a:lnTo>
                    <a:pt x="6229" y="14040"/>
                  </a:lnTo>
                  <a:lnTo>
                    <a:pt x="6497" y="13748"/>
                  </a:lnTo>
                  <a:lnTo>
                    <a:pt x="6619" y="13602"/>
                  </a:lnTo>
                  <a:lnTo>
                    <a:pt x="6716" y="13432"/>
                  </a:lnTo>
                  <a:lnTo>
                    <a:pt x="6984" y="13505"/>
                  </a:lnTo>
                  <a:lnTo>
                    <a:pt x="7227" y="13529"/>
                  </a:lnTo>
                  <a:lnTo>
                    <a:pt x="7762" y="13578"/>
                  </a:lnTo>
                  <a:lnTo>
                    <a:pt x="8273" y="13578"/>
                  </a:lnTo>
                  <a:lnTo>
                    <a:pt x="8760" y="13602"/>
                  </a:lnTo>
                  <a:lnTo>
                    <a:pt x="9198" y="13578"/>
                  </a:lnTo>
                  <a:lnTo>
                    <a:pt x="9660" y="13578"/>
                  </a:lnTo>
                  <a:lnTo>
                    <a:pt x="10098" y="13529"/>
                  </a:lnTo>
                  <a:lnTo>
                    <a:pt x="10560" y="13480"/>
                  </a:lnTo>
                  <a:lnTo>
                    <a:pt x="10925" y="13407"/>
                  </a:lnTo>
                  <a:lnTo>
                    <a:pt x="11315" y="13334"/>
                  </a:lnTo>
                  <a:lnTo>
                    <a:pt x="11363" y="13480"/>
                  </a:lnTo>
                  <a:lnTo>
                    <a:pt x="11436" y="13626"/>
                  </a:lnTo>
                  <a:lnTo>
                    <a:pt x="11607" y="13943"/>
                  </a:lnTo>
                  <a:lnTo>
                    <a:pt x="11850" y="14210"/>
                  </a:lnTo>
                  <a:lnTo>
                    <a:pt x="11972" y="14356"/>
                  </a:lnTo>
                  <a:lnTo>
                    <a:pt x="12118" y="14478"/>
                  </a:lnTo>
                  <a:lnTo>
                    <a:pt x="12264" y="14575"/>
                  </a:lnTo>
                  <a:lnTo>
                    <a:pt x="12410" y="14673"/>
                  </a:lnTo>
                  <a:lnTo>
                    <a:pt x="12580" y="14721"/>
                  </a:lnTo>
                  <a:lnTo>
                    <a:pt x="12726" y="14770"/>
                  </a:lnTo>
                  <a:lnTo>
                    <a:pt x="12896" y="14794"/>
                  </a:lnTo>
                  <a:lnTo>
                    <a:pt x="13042" y="14770"/>
                  </a:lnTo>
                  <a:lnTo>
                    <a:pt x="13213" y="14721"/>
                  </a:lnTo>
                  <a:lnTo>
                    <a:pt x="13359" y="14624"/>
                  </a:lnTo>
                  <a:lnTo>
                    <a:pt x="13480" y="14527"/>
                  </a:lnTo>
                  <a:lnTo>
                    <a:pt x="13578" y="14405"/>
                  </a:lnTo>
                  <a:lnTo>
                    <a:pt x="13651" y="14283"/>
                  </a:lnTo>
                  <a:lnTo>
                    <a:pt x="13724" y="14162"/>
                  </a:lnTo>
                  <a:lnTo>
                    <a:pt x="13748" y="14016"/>
                  </a:lnTo>
                  <a:lnTo>
                    <a:pt x="13772" y="13845"/>
                  </a:lnTo>
                  <a:lnTo>
                    <a:pt x="13797" y="13529"/>
                  </a:lnTo>
                  <a:lnTo>
                    <a:pt x="13772" y="13213"/>
                  </a:lnTo>
                  <a:lnTo>
                    <a:pt x="13748" y="12872"/>
                  </a:lnTo>
                  <a:lnTo>
                    <a:pt x="13748" y="12580"/>
                  </a:lnTo>
                  <a:lnTo>
                    <a:pt x="13748" y="12288"/>
                  </a:lnTo>
                  <a:lnTo>
                    <a:pt x="13943" y="12118"/>
                  </a:lnTo>
                  <a:lnTo>
                    <a:pt x="14137" y="11947"/>
                  </a:lnTo>
                  <a:lnTo>
                    <a:pt x="14551" y="11655"/>
                  </a:lnTo>
                  <a:lnTo>
                    <a:pt x="14989" y="11388"/>
                  </a:lnTo>
                  <a:lnTo>
                    <a:pt x="15403" y="11072"/>
                  </a:lnTo>
                  <a:lnTo>
                    <a:pt x="15622" y="10877"/>
                  </a:lnTo>
                  <a:lnTo>
                    <a:pt x="15816" y="10634"/>
                  </a:lnTo>
                  <a:lnTo>
                    <a:pt x="15987" y="10390"/>
                  </a:lnTo>
                  <a:lnTo>
                    <a:pt x="16133" y="10123"/>
                  </a:lnTo>
                  <a:lnTo>
                    <a:pt x="16254" y="9855"/>
                  </a:lnTo>
                  <a:lnTo>
                    <a:pt x="16376" y="9563"/>
                  </a:lnTo>
                  <a:lnTo>
                    <a:pt x="16449" y="9271"/>
                  </a:lnTo>
                  <a:lnTo>
                    <a:pt x="16522" y="8979"/>
                  </a:lnTo>
                  <a:lnTo>
                    <a:pt x="16595" y="8614"/>
                  </a:lnTo>
                  <a:lnTo>
                    <a:pt x="16619" y="8249"/>
                  </a:lnTo>
                  <a:lnTo>
                    <a:pt x="16765" y="8273"/>
                  </a:lnTo>
                  <a:lnTo>
                    <a:pt x="16911" y="8298"/>
                  </a:lnTo>
                  <a:lnTo>
                    <a:pt x="17057" y="8273"/>
                  </a:lnTo>
                  <a:lnTo>
                    <a:pt x="17203" y="8249"/>
                  </a:lnTo>
                  <a:lnTo>
                    <a:pt x="17228" y="8273"/>
                  </a:lnTo>
                  <a:lnTo>
                    <a:pt x="17325" y="8346"/>
                  </a:lnTo>
                  <a:lnTo>
                    <a:pt x="17422" y="8444"/>
                  </a:lnTo>
                  <a:lnTo>
                    <a:pt x="17641" y="8565"/>
                  </a:lnTo>
                  <a:lnTo>
                    <a:pt x="17885" y="8663"/>
                  </a:lnTo>
                  <a:lnTo>
                    <a:pt x="18128" y="8687"/>
                  </a:lnTo>
                  <a:lnTo>
                    <a:pt x="18395" y="8663"/>
                  </a:lnTo>
                  <a:lnTo>
                    <a:pt x="18639" y="8614"/>
                  </a:lnTo>
                  <a:lnTo>
                    <a:pt x="18858" y="8492"/>
                  </a:lnTo>
                  <a:lnTo>
                    <a:pt x="18979" y="8419"/>
                  </a:lnTo>
                  <a:lnTo>
                    <a:pt x="19077" y="8346"/>
                  </a:lnTo>
                  <a:lnTo>
                    <a:pt x="19125" y="8249"/>
                  </a:lnTo>
                  <a:lnTo>
                    <a:pt x="19125" y="8176"/>
                  </a:lnTo>
                  <a:lnTo>
                    <a:pt x="19101" y="8079"/>
                  </a:lnTo>
                  <a:lnTo>
                    <a:pt x="19052" y="8006"/>
                  </a:lnTo>
                  <a:lnTo>
                    <a:pt x="18979" y="7957"/>
                  </a:lnTo>
                  <a:lnTo>
                    <a:pt x="18833" y="7957"/>
                  </a:lnTo>
                  <a:lnTo>
                    <a:pt x="18736" y="8006"/>
                  </a:lnTo>
                  <a:lnTo>
                    <a:pt x="18639" y="8103"/>
                  </a:lnTo>
                  <a:lnTo>
                    <a:pt x="18517" y="8176"/>
                  </a:lnTo>
                  <a:lnTo>
                    <a:pt x="18371" y="8200"/>
                  </a:lnTo>
                  <a:lnTo>
                    <a:pt x="18225" y="8225"/>
                  </a:lnTo>
                  <a:lnTo>
                    <a:pt x="18079" y="8200"/>
                  </a:lnTo>
                  <a:lnTo>
                    <a:pt x="17933" y="8176"/>
                  </a:lnTo>
                  <a:lnTo>
                    <a:pt x="17787" y="8127"/>
                  </a:lnTo>
                  <a:lnTo>
                    <a:pt x="17666" y="8054"/>
                  </a:lnTo>
                  <a:lnTo>
                    <a:pt x="17885" y="7933"/>
                  </a:lnTo>
                  <a:lnTo>
                    <a:pt x="18031" y="7835"/>
                  </a:lnTo>
                  <a:lnTo>
                    <a:pt x="18104" y="7738"/>
                  </a:lnTo>
                  <a:lnTo>
                    <a:pt x="18152" y="7641"/>
                  </a:lnTo>
                  <a:lnTo>
                    <a:pt x="18201" y="7543"/>
                  </a:lnTo>
                  <a:lnTo>
                    <a:pt x="18225" y="7446"/>
                  </a:lnTo>
                  <a:lnTo>
                    <a:pt x="18250" y="7349"/>
                  </a:lnTo>
                  <a:lnTo>
                    <a:pt x="18225" y="7251"/>
                  </a:lnTo>
                  <a:lnTo>
                    <a:pt x="18201" y="7154"/>
                  </a:lnTo>
                  <a:lnTo>
                    <a:pt x="18177" y="7057"/>
                  </a:lnTo>
                  <a:lnTo>
                    <a:pt x="18128" y="6984"/>
                  </a:lnTo>
                  <a:lnTo>
                    <a:pt x="18055" y="6911"/>
                  </a:lnTo>
                  <a:lnTo>
                    <a:pt x="18006" y="6862"/>
                  </a:lnTo>
                  <a:lnTo>
                    <a:pt x="17909" y="6813"/>
                  </a:lnTo>
                  <a:lnTo>
                    <a:pt x="17812" y="6789"/>
                  </a:lnTo>
                  <a:lnTo>
                    <a:pt x="17714" y="6789"/>
                  </a:lnTo>
                  <a:lnTo>
                    <a:pt x="17593" y="6813"/>
                  </a:lnTo>
                  <a:lnTo>
                    <a:pt x="17495" y="6838"/>
                  </a:lnTo>
                  <a:lnTo>
                    <a:pt x="17349" y="6911"/>
                  </a:lnTo>
                  <a:lnTo>
                    <a:pt x="17228" y="7008"/>
                  </a:lnTo>
                  <a:lnTo>
                    <a:pt x="17130" y="7105"/>
                  </a:lnTo>
                  <a:lnTo>
                    <a:pt x="17082" y="7227"/>
                  </a:lnTo>
                  <a:lnTo>
                    <a:pt x="17033" y="7373"/>
                  </a:lnTo>
                  <a:lnTo>
                    <a:pt x="17009" y="7519"/>
                  </a:lnTo>
                  <a:lnTo>
                    <a:pt x="17009" y="7665"/>
                  </a:lnTo>
                  <a:lnTo>
                    <a:pt x="17033" y="7811"/>
                  </a:lnTo>
                  <a:lnTo>
                    <a:pt x="16644" y="7835"/>
                  </a:lnTo>
                  <a:lnTo>
                    <a:pt x="16644" y="7397"/>
                  </a:lnTo>
                  <a:lnTo>
                    <a:pt x="16619" y="6935"/>
                  </a:lnTo>
                  <a:lnTo>
                    <a:pt x="16546" y="6497"/>
                  </a:lnTo>
                  <a:lnTo>
                    <a:pt x="16449" y="6059"/>
                  </a:lnTo>
                  <a:lnTo>
                    <a:pt x="16327" y="5621"/>
                  </a:lnTo>
                  <a:lnTo>
                    <a:pt x="16157" y="5207"/>
                  </a:lnTo>
                  <a:lnTo>
                    <a:pt x="15987" y="4794"/>
                  </a:lnTo>
                  <a:lnTo>
                    <a:pt x="15768" y="4404"/>
                  </a:lnTo>
                  <a:lnTo>
                    <a:pt x="15597" y="4161"/>
                  </a:lnTo>
                  <a:lnTo>
                    <a:pt x="15427" y="3918"/>
                  </a:lnTo>
                  <a:lnTo>
                    <a:pt x="15232" y="3699"/>
                  </a:lnTo>
                  <a:lnTo>
                    <a:pt x="15038" y="3480"/>
                  </a:lnTo>
                  <a:lnTo>
                    <a:pt x="14843" y="3285"/>
                  </a:lnTo>
                  <a:lnTo>
                    <a:pt x="14624" y="3091"/>
                  </a:lnTo>
                  <a:lnTo>
                    <a:pt x="14162" y="2750"/>
                  </a:lnTo>
                  <a:lnTo>
                    <a:pt x="13675" y="2434"/>
                  </a:lnTo>
                  <a:lnTo>
                    <a:pt x="13164" y="2166"/>
                  </a:lnTo>
                  <a:lnTo>
                    <a:pt x="12629" y="1923"/>
                  </a:lnTo>
                  <a:lnTo>
                    <a:pt x="12093" y="1704"/>
                  </a:lnTo>
                  <a:lnTo>
                    <a:pt x="11461" y="1460"/>
                  </a:lnTo>
                  <a:lnTo>
                    <a:pt x="10804" y="1266"/>
                  </a:lnTo>
                  <a:lnTo>
                    <a:pt x="10147" y="1120"/>
                  </a:lnTo>
                  <a:lnTo>
                    <a:pt x="9466" y="1022"/>
                  </a:lnTo>
                  <a:lnTo>
                    <a:pt x="8882" y="974"/>
                  </a:lnTo>
                  <a:lnTo>
                    <a:pt x="8249" y="974"/>
                  </a:lnTo>
                  <a:lnTo>
                    <a:pt x="7933" y="998"/>
                  </a:lnTo>
                  <a:lnTo>
                    <a:pt x="7641" y="1047"/>
                  </a:lnTo>
                  <a:lnTo>
                    <a:pt x="7349" y="1120"/>
                  </a:lnTo>
                  <a:lnTo>
                    <a:pt x="7057" y="1217"/>
                  </a:lnTo>
                  <a:lnTo>
                    <a:pt x="6570" y="755"/>
                  </a:lnTo>
                  <a:lnTo>
                    <a:pt x="6327" y="536"/>
                  </a:lnTo>
                  <a:lnTo>
                    <a:pt x="6059" y="317"/>
                  </a:lnTo>
                  <a:lnTo>
                    <a:pt x="5816" y="195"/>
                  </a:lnTo>
                  <a:lnTo>
                    <a:pt x="5548" y="98"/>
                  </a:lnTo>
                  <a:lnTo>
                    <a:pt x="5280" y="25"/>
                  </a:lnTo>
                  <a:lnTo>
                    <a:pt x="5013" y="25"/>
                  </a:lnTo>
                  <a:lnTo>
                    <a:pt x="4964" y="0"/>
                  </a:lnTo>
                  <a:close/>
                </a:path>
              </a:pathLst>
            </a:custGeom>
            <a:solidFill>
              <a:srgbClr val="6D9E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D9EEB"/>
                </a:solidFill>
              </a:endParaRPr>
            </a:p>
          </p:txBody>
        </p:sp>
        <p:sp>
          <p:nvSpPr>
            <p:cNvPr id="538" name="Google Shape;538;p13"/>
            <p:cNvSpPr/>
            <p:nvPr/>
          </p:nvSpPr>
          <p:spPr>
            <a:xfrm>
              <a:off x="4125267" y="4347273"/>
              <a:ext cx="183275" cy="145041"/>
            </a:xfrm>
            <a:custGeom>
              <a:avLst/>
              <a:gdLst/>
              <a:ahLst/>
              <a:cxnLst/>
              <a:rect l="l" t="t" r="r" b="b"/>
              <a:pathLst>
                <a:path w="19126" h="15136" extrusionOk="0">
                  <a:moveTo>
                    <a:pt x="8979" y="2628"/>
                  </a:moveTo>
                  <a:lnTo>
                    <a:pt x="8687" y="2653"/>
                  </a:lnTo>
                  <a:lnTo>
                    <a:pt x="8395" y="2701"/>
                  </a:lnTo>
                  <a:lnTo>
                    <a:pt x="7811" y="2799"/>
                  </a:lnTo>
                  <a:lnTo>
                    <a:pt x="7543" y="2872"/>
                  </a:lnTo>
                  <a:lnTo>
                    <a:pt x="7251" y="2969"/>
                  </a:lnTo>
                  <a:lnTo>
                    <a:pt x="7130" y="3042"/>
                  </a:lnTo>
                  <a:lnTo>
                    <a:pt x="7008" y="3139"/>
                  </a:lnTo>
                  <a:lnTo>
                    <a:pt x="6935" y="3237"/>
                  </a:lnTo>
                  <a:lnTo>
                    <a:pt x="6886" y="3383"/>
                  </a:lnTo>
                  <a:lnTo>
                    <a:pt x="6886" y="3456"/>
                  </a:lnTo>
                  <a:lnTo>
                    <a:pt x="6935" y="3529"/>
                  </a:lnTo>
                  <a:lnTo>
                    <a:pt x="7032" y="3553"/>
                  </a:lnTo>
                  <a:lnTo>
                    <a:pt x="7105" y="3577"/>
                  </a:lnTo>
                  <a:lnTo>
                    <a:pt x="7203" y="3577"/>
                  </a:lnTo>
                  <a:lnTo>
                    <a:pt x="7300" y="3553"/>
                  </a:lnTo>
                  <a:lnTo>
                    <a:pt x="7470" y="3480"/>
                  </a:lnTo>
                  <a:lnTo>
                    <a:pt x="7641" y="3407"/>
                  </a:lnTo>
                  <a:lnTo>
                    <a:pt x="7908" y="3334"/>
                  </a:lnTo>
                  <a:lnTo>
                    <a:pt x="8176" y="3261"/>
                  </a:lnTo>
                  <a:lnTo>
                    <a:pt x="8736" y="3188"/>
                  </a:lnTo>
                  <a:lnTo>
                    <a:pt x="9076" y="3164"/>
                  </a:lnTo>
                  <a:lnTo>
                    <a:pt x="9563" y="3139"/>
                  </a:lnTo>
                  <a:lnTo>
                    <a:pt x="9806" y="3164"/>
                  </a:lnTo>
                  <a:lnTo>
                    <a:pt x="10025" y="3212"/>
                  </a:lnTo>
                  <a:lnTo>
                    <a:pt x="10196" y="3261"/>
                  </a:lnTo>
                  <a:lnTo>
                    <a:pt x="10269" y="3310"/>
                  </a:lnTo>
                  <a:lnTo>
                    <a:pt x="10317" y="3383"/>
                  </a:lnTo>
                  <a:lnTo>
                    <a:pt x="10390" y="3456"/>
                  </a:lnTo>
                  <a:lnTo>
                    <a:pt x="10487" y="3504"/>
                  </a:lnTo>
                  <a:lnTo>
                    <a:pt x="10585" y="3504"/>
                  </a:lnTo>
                  <a:lnTo>
                    <a:pt x="10682" y="3456"/>
                  </a:lnTo>
                  <a:lnTo>
                    <a:pt x="10755" y="3407"/>
                  </a:lnTo>
                  <a:lnTo>
                    <a:pt x="10804" y="3310"/>
                  </a:lnTo>
                  <a:lnTo>
                    <a:pt x="10828" y="3212"/>
                  </a:lnTo>
                  <a:lnTo>
                    <a:pt x="10779" y="3091"/>
                  </a:lnTo>
                  <a:lnTo>
                    <a:pt x="10706" y="2993"/>
                  </a:lnTo>
                  <a:lnTo>
                    <a:pt x="10633" y="2920"/>
                  </a:lnTo>
                  <a:lnTo>
                    <a:pt x="10536" y="2847"/>
                  </a:lnTo>
                  <a:lnTo>
                    <a:pt x="10439" y="2799"/>
                  </a:lnTo>
                  <a:lnTo>
                    <a:pt x="10220" y="2726"/>
                  </a:lnTo>
                  <a:lnTo>
                    <a:pt x="9952" y="2653"/>
                  </a:lnTo>
                  <a:lnTo>
                    <a:pt x="9709" y="2628"/>
                  </a:lnTo>
                  <a:close/>
                  <a:moveTo>
                    <a:pt x="13797" y="3577"/>
                  </a:moveTo>
                  <a:lnTo>
                    <a:pt x="13578" y="3601"/>
                  </a:lnTo>
                  <a:lnTo>
                    <a:pt x="13334" y="3650"/>
                  </a:lnTo>
                  <a:lnTo>
                    <a:pt x="13115" y="3723"/>
                  </a:lnTo>
                  <a:lnTo>
                    <a:pt x="13018" y="3772"/>
                  </a:lnTo>
                  <a:lnTo>
                    <a:pt x="12945" y="3845"/>
                  </a:lnTo>
                  <a:lnTo>
                    <a:pt x="12945" y="3893"/>
                  </a:lnTo>
                  <a:lnTo>
                    <a:pt x="12945" y="3918"/>
                  </a:lnTo>
                  <a:lnTo>
                    <a:pt x="13042" y="3942"/>
                  </a:lnTo>
                  <a:lnTo>
                    <a:pt x="13140" y="3966"/>
                  </a:lnTo>
                  <a:lnTo>
                    <a:pt x="13334" y="3966"/>
                  </a:lnTo>
                  <a:lnTo>
                    <a:pt x="13699" y="3942"/>
                  </a:lnTo>
                  <a:lnTo>
                    <a:pt x="13918" y="3942"/>
                  </a:lnTo>
                  <a:lnTo>
                    <a:pt x="14137" y="3966"/>
                  </a:lnTo>
                  <a:lnTo>
                    <a:pt x="14356" y="3966"/>
                  </a:lnTo>
                  <a:lnTo>
                    <a:pt x="14478" y="3942"/>
                  </a:lnTo>
                  <a:lnTo>
                    <a:pt x="14575" y="3918"/>
                  </a:lnTo>
                  <a:lnTo>
                    <a:pt x="14600" y="3893"/>
                  </a:lnTo>
                  <a:lnTo>
                    <a:pt x="14600" y="3869"/>
                  </a:lnTo>
                  <a:lnTo>
                    <a:pt x="14624" y="3820"/>
                  </a:lnTo>
                  <a:lnTo>
                    <a:pt x="14600" y="3772"/>
                  </a:lnTo>
                  <a:lnTo>
                    <a:pt x="14527" y="3699"/>
                  </a:lnTo>
                  <a:lnTo>
                    <a:pt x="14454" y="3650"/>
                  </a:lnTo>
                  <a:lnTo>
                    <a:pt x="14381" y="3601"/>
                  </a:lnTo>
                  <a:lnTo>
                    <a:pt x="14186" y="3577"/>
                  </a:lnTo>
                  <a:close/>
                  <a:moveTo>
                    <a:pt x="3650" y="5548"/>
                  </a:moveTo>
                  <a:lnTo>
                    <a:pt x="3553" y="5597"/>
                  </a:lnTo>
                  <a:lnTo>
                    <a:pt x="3480" y="5621"/>
                  </a:lnTo>
                  <a:lnTo>
                    <a:pt x="3382" y="5694"/>
                  </a:lnTo>
                  <a:lnTo>
                    <a:pt x="3309" y="5767"/>
                  </a:lnTo>
                  <a:lnTo>
                    <a:pt x="3188" y="5937"/>
                  </a:lnTo>
                  <a:lnTo>
                    <a:pt x="3163" y="6035"/>
                  </a:lnTo>
                  <a:lnTo>
                    <a:pt x="3139" y="6132"/>
                  </a:lnTo>
                  <a:lnTo>
                    <a:pt x="3115" y="6254"/>
                  </a:lnTo>
                  <a:lnTo>
                    <a:pt x="3139" y="6375"/>
                  </a:lnTo>
                  <a:lnTo>
                    <a:pt x="3163" y="6473"/>
                  </a:lnTo>
                  <a:lnTo>
                    <a:pt x="3212" y="6594"/>
                  </a:lnTo>
                  <a:lnTo>
                    <a:pt x="3285" y="6692"/>
                  </a:lnTo>
                  <a:lnTo>
                    <a:pt x="3358" y="6765"/>
                  </a:lnTo>
                  <a:lnTo>
                    <a:pt x="3455" y="6838"/>
                  </a:lnTo>
                  <a:lnTo>
                    <a:pt x="3577" y="6886"/>
                  </a:lnTo>
                  <a:lnTo>
                    <a:pt x="3674" y="6911"/>
                  </a:lnTo>
                  <a:lnTo>
                    <a:pt x="3772" y="6935"/>
                  </a:lnTo>
                  <a:lnTo>
                    <a:pt x="3869" y="6911"/>
                  </a:lnTo>
                  <a:lnTo>
                    <a:pt x="3966" y="6911"/>
                  </a:lnTo>
                  <a:lnTo>
                    <a:pt x="4161" y="6813"/>
                  </a:lnTo>
                  <a:lnTo>
                    <a:pt x="4307" y="6692"/>
                  </a:lnTo>
                  <a:lnTo>
                    <a:pt x="4404" y="6521"/>
                  </a:lnTo>
                  <a:lnTo>
                    <a:pt x="4453" y="6351"/>
                  </a:lnTo>
                  <a:lnTo>
                    <a:pt x="4453" y="6181"/>
                  </a:lnTo>
                  <a:lnTo>
                    <a:pt x="4404" y="6010"/>
                  </a:lnTo>
                  <a:lnTo>
                    <a:pt x="4356" y="5937"/>
                  </a:lnTo>
                  <a:lnTo>
                    <a:pt x="4307" y="5840"/>
                  </a:lnTo>
                  <a:lnTo>
                    <a:pt x="4234" y="5743"/>
                  </a:lnTo>
                  <a:lnTo>
                    <a:pt x="4161" y="5670"/>
                  </a:lnTo>
                  <a:lnTo>
                    <a:pt x="4064" y="5621"/>
                  </a:lnTo>
                  <a:lnTo>
                    <a:pt x="3966" y="5572"/>
                  </a:lnTo>
                  <a:lnTo>
                    <a:pt x="3869" y="5548"/>
                  </a:lnTo>
                  <a:close/>
                  <a:moveTo>
                    <a:pt x="17495" y="7373"/>
                  </a:moveTo>
                  <a:lnTo>
                    <a:pt x="17739" y="7446"/>
                  </a:lnTo>
                  <a:lnTo>
                    <a:pt x="17617" y="7592"/>
                  </a:lnTo>
                  <a:lnTo>
                    <a:pt x="17447" y="7689"/>
                  </a:lnTo>
                  <a:lnTo>
                    <a:pt x="17447" y="7543"/>
                  </a:lnTo>
                  <a:lnTo>
                    <a:pt x="17495" y="7373"/>
                  </a:lnTo>
                  <a:close/>
                  <a:moveTo>
                    <a:pt x="5061" y="487"/>
                  </a:moveTo>
                  <a:lnTo>
                    <a:pt x="5256" y="560"/>
                  </a:lnTo>
                  <a:lnTo>
                    <a:pt x="5426" y="633"/>
                  </a:lnTo>
                  <a:lnTo>
                    <a:pt x="5621" y="682"/>
                  </a:lnTo>
                  <a:lnTo>
                    <a:pt x="5791" y="779"/>
                  </a:lnTo>
                  <a:lnTo>
                    <a:pt x="5913" y="852"/>
                  </a:lnTo>
                  <a:lnTo>
                    <a:pt x="6035" y="949"/>
                  </a:lnTo>
                  <a:lnTo>
                    <a:pt x="6254" y="1168"/>
                  </a:lnTo>
                  <a:lnTo>
                    <a:pt x="6473" y="1387"/>
                  </a:lnTo>
                  <a:lnTo>
                    <a:pt x="6692" y="1606"/>
                  </a:lnTo>
                  <a:lnTo>
                    <a:pt x="6813" y="1655"/>
                  </a:lnTo>
                  <a:lnTo>
                    <a:pt x="6911" y="1655"/>
                  </a:lnTo>
                  <a:lnTo>
                    <a:pt x="7032" y="1631"/>
                  </a:lnTo>
                  <a:lnTo>
                    <a:pt x="7105" y="1558"/>
                  </a:lnTo>
                  <a:lnTo>
                    <a:pt x="8127" y="1485"/>
                  </a:lnTo>
                  <a:lnTo>
                    <a:pt x="9174" y="1485"/>
                  </a:lnTo>
                  <a:lnTo>
                    <a:pt x="9490" y="1509"/>
                  </a:lnTo>
                  <a:lnTo>
                    <a:pt x="9806" y="1558"/>
                  </a:lnTo>
                  <a:lnTo>
                    <a:pt x="10439" y="1679"/>
                  </a:lnTo>
                  <a:lnTo>
                    <a:pt x="11047" y="1850"/>
                  </a:lnTo>
                  <a:lnTo>
                    <a:pt x="11655" y="2044"/>
                  </a:lnTo>
                  <a:lnTo>
                    <a:pt x="12093" y="2239"/>
                  </a:lnTo>
                  <a:lnTo>
                    <a:pt x="12556" y="2409"/>
                  </a:lnTo>
                  <a:lnTo>
                    <a:pt x="12434" y="2458"/>
                  </a:lnTo>
                  <a:lnTo>
                    <a:pt x="12361" y="2507"/>
                  </a:lnTo>
                  <a:lnTo>
                    <a:pt x="12288" y="2580"/>
                  </a:lnTo>
                  <a:lnTo>
                    <a:pt x="12264" y="2677"/>
                  </a:lnTo>
                  <a:lnTo>
                    <a:pt x="12264" y="2701"/>
                  </a:lnTo>
                  <a:lnTo>
                    <a:pt x="12288" y="2726"/>
                  </a:lnTo>
                  <a:lnTo>
                    <a:pt x="12385" y="2774"/>
                  </a:lnTo>
                  <a:lnTo>
                    <a:pt x="12483" y="2750"/>
                  </a:lnTo>
                  <a:lnTo>
                    <a:pt x="12677" y="2726"/>
                  </a:lnTo>
                  <a:lnTo>
                    <a:pt x="12872" y="2701"/>
                  </a:lnTo>
                  <a:lnTo>
                    <a:pt x="12969" y="2677"/>
                  </a:lnTo>
                  <a:lnTo>
                    <a:pt x="13042" y="2653"/>
                  </a:lnTo>
                  <a:lnTo>
                    <a:pt x="13626" y="2993"/>
                  </a:lnTo>
                  <a:lnTo>
                    <a:pt x="13432" y="3018"/>
                  </a:lnTo>
                  <a:lnTo>
                    <a:pt x="12896" y="3066"/>
                  </a:lnTo>
                  <a:lnTo>
                    <a:pt x="12653" y="3115"/>
                  </a:lnTo>
                  <a:lnTo>
                    <a:pt x="12410" y="3212"/>
                  </a:lnTo>
                  <a:lnTo>
                    <a:pt x="12385" y="3237"/>
                  </a:lnTo>
                  <a:lnTo>
                    <a:pt x="12410" y="3261"/>
                  </a:lnTo>
                  <a:lnTo>
                    <a:pt x="12531" y="3285"/>
                  </a:lnTo>
                  <a:lnTo>
                    <a:pt x="12653" y="3310"/>
                  </a:lnTo>
                  <a:lnTo>
                    <a:pt x="12921" y="3310"/>
                  </a:lnTo>
                  <a:lnTo>
                    <a:pt x="13432" y="3261"/>
                  </a:lnTo>
                  <a:lnTo>
                    <a:pt x="13699" y="3261"/>
                  </a:lnTo>
                  <a:lnTo>
                    <a:pt x="13991" y="3237"/>
                  </a:lnTo>
                  <a:lnTo>
                    <a:pt x="14259" y="3456"/>
                  </a:lnTo>
                  <a:lnTo>
                    <a:pt x="14527" y="3699"/>
                  </a:lnTo>
                  <a:lnTo>
                    <a:pt x="14819" y="3966"/>
                  </a:lnTo>
                  <a:lnTo>
                    <a:pt x="15062" y="4283"/>
                  </a:lnTo>
                  <a:lnTo>
                    <a:pt x="14794" y="4258"/>
                  </a:lnTo>
                  <a:lnTo>
                    <a:pt x="14551" y="4283"/>
                  </a:lnTo>
                  <a:lnTo>
                    <a:pt x="14308" y="4283"/>
                  </a:lnTo>
                  <a:lnTo>
                    <a:pt x="14016" y="4307"/>
                  </a:lnTo>
                  <a:lnTo>
                    <a:pt x="13870" y="4331"/>
                  </a:lnTo>
                  <a:lnTo>
                    <a:pt x="13724" y="4380"/>
                  </a:lnTo>
                  <a:lnTo>
                    <a:pt x="13626" y="4453"/>
                  </a:lnTo>
                  <a:lnTo>
                    <a:pt x="13529" y="4526"/>
                  </a:lnTo>
                  <a:lnTo>
                    <a:pt x="13529" y="4550"/>
                  </a:lnTo>
                  <a:lnTo>
                    <a:pt x="13553" y="4575"/>
                  </a:lnTo>
                  <a:lnTo>
                    <a:pt x="13651" y="4623"/>
                  </a:lnTo>
                  <a:lnTo>
                    <a:pt x="13748" y="4648"/>
                  </a:lnTo>
                  <a:lnTo>
                    <a:pt x="13967" y="4648"/>
                  </a:lnTo>
                  <a:lnTo>
                    <a:pt x="14429" y="4623"/>
                  </a:lnTo>
                  <a:lnTo>
                    <a:pt x="14770" y="4623"/>
                  </a:lnTo>
                  <a:lnTo>
                    <a:pt x="15086" y="4648"/>
                  </a:lnTo>
                  <a:lnTo>
                    <a:pt x="15232" y="4672"/>
                  </a:lnTo>
                  <a:lnTo>
                    <a:pt x="15354" y="4672"/>
                  </a:lnTo>
                  <a:lnTo>
                    <a:pt x="15549" y="5037"/>
                  </a:lnTo>
                  <a:lnTo>
                    <a:pt x="15330" y="4988"/>
                  </a:lnTo>
                  <a:lnTo>
                    <a:pt x="14600" y="4988"/>
                  </a:lnTo>
                  <a:lnTo>
                    <a:pt x="14332" y="5037"/>
                  </a:lnTo>
                  <a:lnTo>
                    <a:pt x="14210" y="5086"/>
                  </a:lnTo>
                  <a:lnTo>
                    <a:pt x="14089" y="5134"/>
                  </a:lnTo>
                  <a:lnTo>
                    <a:pt x="14064" y="5159"/>
                  </a:lnTo>
                  <a:lnTo>
                    <a:pt x="14064" y="5183"/>
                  </a:lnTo>
                  <a:lnTo>
                    <a:pt x="14064" y="5207"/>
                  </a:lnTo>
                  <a:lnTo>
                    <a:pt x="14089" y="5232"/>
                  </a:lnTo>
                  <a:lnTo>
                    <a:pt x="14186" y="5256"/>
                  </a:lnTo>
                  <a:lnTo>
                    <a:pt x="14283" y="5280"/>
                  </a:lnTo>
                  <a:lnTo>
                    <a:pt x="14502" y="5305"/>
                  </a:lnTo>
                  <a:lnTo>
                    <a:pt x="14916" y="5305"/>
                  </a:lnTo>
                  <a:lnTo>
                    <a:pt x="15305" y="5329"/>
                  </a:lnTo>
                  <a:lnTo>
                    <a:pt x="15695" y="5378"/>
                  </a:lnTo>
                  <a:lnTo>
                    <a:pt x="15792" y="5645"/>
                  </a:lnTo>
                  <a:lnTo>
                    <a:pt x="15889" y="5913"/>
                  </a:lnTo>
                  <a:lnTo>
                    <a:pt x="15743" y="5864"/>
                  </a:lnTo>
                  <a:lnTo>
                    <a:pt x="15597" y="5816"/>
                  </a:lnTo>
                  <a:lnTo>
                    <a:pt x="15305" y="5767"/>
                  </a:lnTo>
                  <a:lnTo>
                    <a:pt x="15038" y="5743"/>
                  </a:lnTo>
                  <a:lnTo>
                    <a:pt x="14746" y="5718"/>
                  </a:lnTo>
                  <a:lnTo>
                    <a:pt x="14454" y="5718"/>
                  </a:lnTo>
                  <a:lnTo>
                    <a:pt x="14186" y="5767"/>
                  </a:lnTo>
                  <a:lnTo>
                    <a:pt x="14162" y="5767"/>
                  </a:lnTo>
                  <a:lnTo>
                    <a:pt x="14137" y="5791"/>
                  </a:lnTo>
                  <a:lnTo>
                    <a:pt x="14162" y="5816"/>
                  </a:lnTo>
                  <a:lnTo>
                    <a:pt x="14162" y="5840"/>
                  </a:lnTo>
                  <a:lnTo>
                    <a:pt x="14259" y="5889"/>
                  </a:lnTo>
                  <a:lnTo>
                    <a:pt x="14381" y="5937"/>
                  </a:lnTo>
                  <a:lnTo>
                    <a:pt x="14600" y="5986"/>
                  </a:lnTo>
                  <a:lnTo>
                    <a:pt x="15038" y="6010"/>
                  </a:lnTo>
                  <a:lnTo>
                    <a:pt x="15354" y="6083"/>
                  </a:lnTo>
                  <a:lnTo>
                    <a:pt x="15670" y="6156"/>
                  </a:lnTo>
                  <a:lnTo>
                    <a:pt x="15841" y="6229"/>
                  </a:lnTo>
                  <a:lnTo>
                    <a:pt x="15914" y="6254"/>
                  </a:lnTo>
                  <a:lnTo>
                    <a:pt x="15987" y="6278"/>
                  </a:lnTo>
                  <a:lnTo>
                    <a:pt x="16035" y="6570"/>
                  </a:lnTo>
                  <a:lnTo>
                    <a:pt x="16084" y="6838"/>
                  </a:lnTo>
                  <a:lnTo>
                    <a:pt x="15914" y="6740"/>
                  </a:lnTo>
                  <a:lnTo>
                    <a:pt x="15743" y="6667"/>
                  </a:lnTo>
                  <a:lnTo>
                    <a:pt x="15524" y="6619"/>
                  </a:lnTo>
                  <a:lnTo>
                    <a:pt x="15305" y="6594"/>
                  </a:lnTo>
                  <a:lnTo>
                    <a:pt x="14867" y="6546"/>
                  </a:lnTo>
                  <a:lnTo>
                    <a:pt x="14551" y="6497"/>
                  </a:lnTo>
                  <a:lnTo>
                    <a:pt x="14527" y="6497"/>
                  </a:lnTo>
                  <a:lnTo>
                    <a:pt x="14502" y="6546"/>
                  </a:lnTo>
                  <a:lnTo>
                    <a:pt x="14575" y="6619"/>
                  </a:lnTo>
                  <a:lnTo>
                    <a:pt x="14624" y="6667"/>
                  </a:lnTo>
                  <a:lnTo>
                    <a:pt x="14794" y="6765"/>
                  </a:lnTo>
                  <a:lnTo>
                    <a:pt x="14965" y="6838"/>
                  </a:lnTo>
                  <a:lnTo>
                    <a:pt x="15159" y="6886"/>
                  </a:lnTo>
                  <a:lnTo>
                    <a:pt x="15378" y="6935"/>
                  </a:lnTo>
                  <a:lnTo>
                    <a:pt x="15597" y="7008"/>
                  </a:lnTo>
                  <a:lnTo>
                    <a:pt x="15816" y="7105"/>
                  </a:lnTo>
                  <a:lnTo>
                    <a:pt x="15987" y="7227"/>
                  </a:lnTo>
                  <a:lnTo>
                    <a:pt x="16060" y="7276"/>
                  </a:lnTo>
                  <a:lnTo>
                    <a:pt x="16108" y="7276"/>
                  </a:lnTo>
                  <a:lnTo>
                    <a:pt x="16133" y="7762"/>
                  </a:lnTo>
                  <a:lnTo>
                    <a:pt x="16060" y="7714"/>
                  </a:lnTo>
                  <a:lnTo>
                    <a:pt x="15743" y="7519"/>
                  </a:lnTo>
                  <a:lnTo>
                    <a:pt x="15427" y="7324"/>
                  </a:lnTo>
                  <a:lnTo>
                    <a:pt x="15281" y="7276"/>
                  </a:lnTo>
                  <a:lnTo>
                    <a:pt x="15013" y="7203"/>
                  </a:lnTo>
                  <a:lnTo>
                    <a:pt x="14794" y="7203"/>
                  </a:lnTo>
                  <a:lnTo>
                    <a:pt x="14770" y="7227"/>
                  </a:lnTo>
                  <a:lnTo>
                    <a:pt x="14746" y="7251"/>
                  </a:lnTo>
                  <a:lnTo>
                    <a:pt x="14746" y="7276"/>
                  </a:lnTo>
                  <a:lnTo>
                    <a:pt x="14746" y="7324"/>
                  </a:lnTo>
                  <a:lnTo>
                    <a:pt x="14794" y="7373"/>
                  </a:lnTo>
                  <a:lnTo>
                    <a:pt x="14843" y="7397"/>
                  </a:lnTo>
                  <a:lnTo>
                    <a:pt x="14965" y="7470"/>
                  </a:lnTo>
                  <a:lnTo>
                    <a:pt x="15378" y="7689"/>
                  </a:lnTo>
                  <a:lnTo>
                    <a:pt x="15597" y="7835"/>
                  </a:lnTo>
                  <a:lnTo>
                    <a:pt x="15816" y="7981"/>
                  </a:lnTo>
                  <a:lnTo>
                    <a:pt x="15962" y="8103"/>
                  </a:lnTo>
                  <a:lnTo>
                    <a:pt x="16108" y="8200"/>
                  </a:lnTo>
                  <a:lnTo>
                    <a:pt x="16035" y="8784"/>
                  </a:lnTo>
                  <a:lnTo>
                    <a:pt x="15914" y="8687"/>
                  </a:lnTo>
                  <a:lnTo>
                    <a:pt x="15792" y="8590"/>
                  </a:lnTo>
                  <a:lnTo>
                    <a:pt x="15549" y="8419"/>
                  </a:lnTo>
                  <a:lnTo>
                    <a:pt x="15354" y="8273"/>
                  </a:lnTo>
                  <a:lnTo>
                    <a:pt x="15111" y="8152"/>
                  </a:lnTo>
                  <a:lnTo>
                    <a:pt x="14867" y="8030"/>
                  </a:lnTo>
                  <a:lnTo>
                    <a:pt x="14746" y="7981"/>
                  </a:lnTo>
                  <a:lnTo>
                    <a:pt x="14624" y="7957"/>
                  </a:lnTo>
                  <a:lnTo>
                    <a:pt x="14600" y="7981"/>
                  </a:lnTo>
                  <a:lnTo>
                    <a:pt x="14575" y="8006"/>
                  </a:lnTo>
                  <a:lnTo>
                    <a:pt x="14575" y="8054"/>
                  </a:lnTo>
                  <a:lnTo>
                    <a:pt x="14575" y="8079"/>
                  </a:lnTo>
                  <a:lnTo>
                    <a:pt x="14746" y="8249"/>
                  </a:lnTo>
                  <a:lnTo>
                    <a:pt x="14940" y="8371"/>
                  </a:lnTo>
                  <a:lnTo>
                    <a:pt x="15330" y="8638"/>
                  </a:lnTo>
                  <a:lnTo>
                    <a:pt x="15622" y="8882"/>
                  </a:lnTo>
                  <a:lnTo>
                    <a:pt x="15792" y="9003"/>
                  </a:lnTo>
                  <a:lnTo>
                    <a:pt x="15962" y="9101"/>
                  </a:lnTo>
                  <a:lnTo>
                    <a:pt x="15889" y="9368"/>
                  </a:lnTo>
                  <a:lnTo>
                    <a:pt x="15792" y="9612"/>
                  </a:lnTo>
                  <a:lnTo>
                    <a:pt x="15695" y="9466"/>
                  </a:lnTo>
                  <a:lnTo>
                    <a:pt x="15549" y="9320"/>
                  </a:lnTo>
                  <a:lnTo>
                    <a:pt x="15281" y="9101"/>
                  </a:lnTo>
                  <a:lnTo>
                    <a:pt x="15135" y="8955"/>
                  </a:lnTo>
                  <a:lnTo>
                    <a:pt x="14965" y="8809"/>
                  </a:lnTo>
                  <a:lnTo>
                    <a:pt x="14794" y="8711"/>
                  </a:lnTo>
                  <a:lnTo>
                    <a:pt x="14697" y="8663"/>
                  </a:lnTo>
                  <a:lnTo>
                    <a:pt x="14600" y="8663"/>
                  </a:lnTo>
                  <a:lnTo>
                    <a:pt x="14600" y="8760"/>
                  </a:lnTo>
                  <a:lnTo>
                    <a:pt x="14648" y="8833"/>
                  </a:lnTo>
                  <a:lnTo>
                    <a:pt x="14746" y="9003"/>
                  </a:lnTo>
                  <a:lnTo>
                    <a:pt x="14867" y="9149"/>
                  </a:lnTo>
                  <a:lnTo>
                    <a:pt x="14989" y="9271"/>
                  </a:lnTo>
                  <a:lnTo>
                    <a:pt x="15330" y="9587"/>
                  </a:lnTo>
                  <a:lnTo>
                    <a:pt x="15476" y="9758"/>
                  </a:lnTo>
                  <a:lnTo>
                    <a:pt x="15549" y="9831"/>
                  </a:lnTo>
                  <a:lnTo>
                    <a:pt x="15646" y="9879"/>
                  </a:lnTo>
                  <a:lnTo>
                    <a:pt x="15646" y="9904"/>
                  </a:lnTo>
                  <a:lnTo>
                    <a:pt x="15476" y="10196"/>
                  </a:lnTo>
                  <a:lnTo>
                    <a:pt x="15232" y="10463"/>
                  </a:lnTo>
                  <a:lnTo>
                    <a:pt x="15232" y="10293"/>
                  </a:lnTo>
                  <a:lnTo>
                    <a:pt x="15159" y="10147"/>
                  </a:lnTo>
                  <a:lnTo>
                    <a:pt x="15013" y="9855"/>
                  </a:lnTo>
                  <a:lnTo>
                    <a:pt x="14843" y="9636"/>
                  </a:lnTo>
                  <a:lnTo>
                    <a:pt x="14673" y="9466"/>
                  </a:lnTo>
                  <a:lnTo>
                    <a:pt x="14454" y="9295"/>
                  </a:lnTo>
                  <a:lnTo>
                    <a:pt x="14235" y="9149"/>
                  </a:lnTo>
                  <a:lnTo>
                    <a:pt x="14186" y="9149"/>
                  </a:lnTo>
                  <a:lnTo>
                    <a:pt x="14186" y="9174"/>
                  </a:lnTo>
                  <a:lnTo>
                    <a:pt x="14308" y="9393"/>
                  </a:lnTo>
                  <a:lnTo>
                    <a:pt x="14429" y="9563"/>
                  </a:lnTo>
                  <a:lnTo>
                    <a:pt x="14697" y="9952"/>
                  </a:lnTo>
                  <a:lnTo>
                    <a:pt x="14794" y="10147"/>
                  </a:lnTo>
                  <a:lnTo>
                    <a:pt x="14867" y="10366"/>
                  </a:lnTo>
                  <a:lnTo>
                    <a:pt x="14916" y="10536"/>
                  </a:lnTo>
                  <a:lnTo>
                    <a:pt x="14965" y="10609"/>
                  </a:lnTo>
                  <a:lnTo>
                    <a:pt x="15038" y="10658"/>
                  </a:lnTo>
                  <a:lnTo>
                    <a:pt x="14892" y="10780"/>
                  </a:lnTo>
                  <a:lnTo>
                    <a:pt x="14843" y="10658"/>
                  </a:lnTo>
                  <a:lnTo>
                    <a:pt x="14794" y="10561"/>
                  </a:lnTo>
                  <a:lnTo>
                    <a:pt x="14648" y="10366"/>
                  </a:lnTo>
                  <a:lnTo>
                    <a:pt x="14308" y="10001"/>
                  </a:lnTo>
                  <a:lnTo>
                    <a:pt x="14113" y="9831"/>
                  </a:lnTo>
                  <a:lnTo>
                    <a:pt x="13918" y="9685"/>
                  </a:lnTo>
                  <a:lnTo>
                    <a:pt x="13894" y="9685"/>
                  </a:lnTo>
                  <a:lnTo>
                    <a:pt x="13870" y="9733"/>
                  </a:lnTo>
                  <a:lnTo>
                    <a:pt x="13918" y="9904"/>
                  </a:lnTo>
                  <a:lnTo>
                    <a:pt x="14016" y="10050"/>
                  </a:lnTo>
                  <a:lnTo>
                    <a:pt x="14113" y="10196"/>
                  </a:lnTo>
                  <a:lnTo>
                    <a:pt x="14235" y="10342"/>
                  </a:lnTo>
                  <a:lnTo>
                    <a:pt x="14356" y="10488"/>
                  </a:lnTo>
                  <a:lnTo>
                    <a:pt x="14478" y="10634"/>
                  </a:lnTo>
                  <a:lnTo>
                    <a:pt x="14575" y="10804"/>
                  </a:lnTo>
                  <a:lnTo>
                    <a:pt x="14600" y="10974"/>
                  </a:lnTo>
                  <a:lnTo>
                    <a:pt x="14502" y="11047"/>
                  </a:lnTo>
                  <a:lnTo>
                    <a:pt x="14356" y="10853"/>
                  </a:lnTo>
                  <a:lnTo>
                    <a:pt x="14186" y="10658"/>
                  </a:lnTo>
                  <a:lnTo>
                    <a:pt x="13991" y="10512"/>
                  </a:lnTo>
                  <a:lnTo>
                    <a:pt x="13797" y="10390"/>
                  </a:lnTo>
                  <a:lnTo>
                    <a:pt x="13772" y="10366"/>
                  </a:lnTo>
                  <a:lnTo>
                    <a:pt x="13724" y="10366"/>
                  </a:lnTo>
                  <a:lnTo>
                    <a:pt x="13675" y="10415"/>
                  </a:lnTo>
                  <a:lnTo>
                    <a:pt x="13651" y="10463"/>
                  </a:lnTo>
                  <a:lnTo>
                    <a:pt x="13651" y="10512"/>
                  </a:lnTo>
                  <a:lnTo>
                    <a:pt x="13675" y="10536"/>
                  </a:lnTo>
                  <a:lnTo>
                    <a:pt x="13845" y="10682"/>
                  </a:lnTo>
                  <a:lnTo>
                    <a:pt x="13991" y="10853"/>
                  </a:lnTo>
                  <a:lnTo>
                    <a:pt x="14113" y="11023"/>
                  </a:lnTo>
                  <a:lnTo>
                    <a:pt x="14235" y="11218"/>
                  </a:lnTo>
                  <a:lnTo>
                    <a:pt x="14040" y="11339"/>
                  </a:lnTo>
                  <a:lnTo>
                    <a:pt x="13918" y="11218"/>
                  </a:lnTo>
                  <a:lnTo>
                    <a:pt x="13797" y="11120"/>
                  </a:lnTo>
                  <a:lnTo>
                    <a:pt x="13675" y="11023"/>
                  </a:lnTo>
                  <a:lnTo>
                    <a:pt x="13578" y="10974"/>
                  </a:lnTo>
                  <a:lnTo>
                    <a:pt x="13529" y="10950"/>
                  </a:lnTo>
                  <a:lnTo>
                    <a:pt x="13480" y="10950"/>
                  </a:lnTo>
                  <a:lnTo>
                    <a:pt x="13407" y="10999"/>
                  </a:lnTo>
                  <a:lnTo>
                    <a:pt x="13407" y="11047"/>
                  </a:lnTo>
                  <a:lnTo>
                    <a:pt x="13383" y="11072"/>
                  </a:lnTo>
                  <a:lnTo>
                    <a:pt x="13407" y="11120"/>
                  </a:lnTo>
                  <a:lnTo>
                    <a:pt x="13432" y="11145"/>
                  </a:lnTo>
                  <a:lnTo>
                    <a:pt x="13553" y="11315"/>
                  </a:lnTo>
                  <a:lnTo>
                    <a:pt x="13675" y="11485"/>
                  </a:lnTo>
                  <a:lnTo>
                    <a:pt x="13724" y="11583"/>
                  </a:lnTo>
                  <a:lnTo>
                    <a:pt x="13553" y="11704"/>
                  </a:lnTo>
                  <a:lnTo>
                    <a:pt x="13432" y="11558"/>
                  </a:lnTo>
                  <a:lnTo>
                    <a:pt x="13261" y="11461"/>
                  </a:lnTo>
                  <a:lnTo>
                    <a:pt x="13213" y="11461"/>
                  </a:lnTo>
                  <a:lnTo>
                    <a:pt x="13188" y="11485"/>
                  </a:lnTo>
                  <a:lnTo>
                    <a:pt x="13188" y="11534"/>
                  </a:lnTo>
                  <a:lnTo>
                    <a:pt x="13213" y="11558"/>
                  </a:lnTo>
                  <a:lnTo>
                    <a:pt x="13261" y="11631"/>
                  </a:lnTo>
                  <a:lnTo>
                    <a:pt x="13310" y="11704"/>
                  </a:lnTo>
                  <a:lnTo>
                    <a:pt x="13359" y="11874"/>
                  </a:lnTo>
                  <a:lnTo>
                    <a:pt x="13359" y="11899"/>
                  </a:lnTo>
                  <a:lnTo>
                    <a:pt x="13237" y="12020"/>
                  </a:lnTo>
                  <a:lnTo>
                    <a:pt x="13188" y="12118"/>
                  </a:lnTo>
                  <a:lnTo>
                    <a:pt x="13164" y="12215"/>
                  </a:lnTo>
                  <a:lnTo>
                    <a:pt x="13188" y="12288"/>
                  </a:lnTo>
                  <a:lnTo>
                    <a:pt x="13213" y="12385"/>
                  </a:lnTo>
                  <a:lnTo>
                    <a:pt x="13213" y="12775"/>
                  </a:lnTo>
                  <a:lnTo>
                    <a:pt x="13237" y="13164"/>
                  </a:lnTo>
                  <a:lnTo>
                    <a:pt x="13237" y="13553"/>
                  </a:lnTo>
                  <a:lnTo>
                    <a:pt x="13213" y="13748"/>
                  </a:lnTo>
                  <a:lnTo>
                    <a:pt x="13188" y="13943"/>
                  </a:lnTo>
                  <a:lnTo>
                    <a:pt x="13140" y="14064"/>
                  </a:lnTo>
                  <a:lnTo>
                    <a:pt x="13067" y="14162"/>
                  </a:lnTo>
                  <a:lnTo>
                    <a:pt x="12994" y="14210"/>
                  </a:lnTo>
                  <a:lnTo>
                    <a:pt x="12921" y="14235"/>
                  </a:lnTo>
                  <a:lnTo>
                    <a:pt x="12823" y="14210"/>
                  </a:lnTo>
                  <a:lnTo>
                    <a:pt x="12726" y="14186"/>
                  </a:lnTo>
                  <a:lnTo>
                    <a:pt x="12507" y="14040"/>
                  </a:lnTo>
                  <a:lnTo>
                    <a:pt x="12288" y="13821"/>
                  </a:lnTo>
                  <a:lnTo>
                    <a:pt x="12069" y="13578"/>
                  </a:lnTo>
                  <a:lnTo>
                    <a:pt x="11728" y="13164"/>
                  </a:lnTo>
                  <a:lnTo>
                    <a:pt x="11850" y="13042"/>
                  </a:lnTo>
                  <a:lnTo>
                    <a:pt x="11923" y="12969"/>
                  </a:lnTo>
                  <a:lnTo>
                    <a:pt x="11947" y="12896"/>
                  </a:lnTo>
                  <a:lnTo>
                    <a:pt x="11947" y="12823"/>
                  </a:lnTo>
                  <a:lnTo>
                    <a:pt x="11923" y="12750"/>
                  </a:lnTo>
                  <a:lnTo>
                    <a:pt x="11874" y="12677"/>
                  </a:lnTo>
                  <a:lnTo>
                    <a:pt x="11826" y="12629"/>
                  </a:lnTo>
                  <a:lnTo>
                    <a:pt x="11777" y="12604"/>
                  </a:lnTo>
                  <a:lnTo>
                    <a:pt x="11680" y="12580"/>
                  </a:lnTo>
                  <a:lnTo>
                    <a:pt x="11655" y="12385"/>
                  </a:lnTo>
                  <a:lnTo>
                    <a:pt x="11631" y="12361"/>
                  </a:lnTo>
                  <a:lnTo>
                    <a:pt x="11582" y="12361"/>
                  </a:lnTo>
                  <a:lnTo>
                    <a:pt x="11582" y="12385"/>
                  </a:lnTo>
                  <a:lnTo>
                    <a:pt x="11558" y="12580"/>
                  </a:lnTo>
                  <a:lnTo>
                    <a:pt x="11509" y="12580"/>
                  </a:lnTo>
                  <a:lnTo>
                    <a:pt x="11485" y="12604"/>
                  </a:lnTo>
                  <a:lnTo>
                    <a:pt x="11461" y="12604"/>
                  </a:lnTo>
                  <a:lnTo>
                    <a:pt x="11242" y="12702"/>
                  </a:lnTo>
                  <a:lnTo>
                    <a:pt x="11169" y="12361"/>
                  </a:lnTo>
                  <a:lnTo>
                    <a:pt x="11144" y="12191"/>
                  </a:lnTo>
                  <a:lnTo>
                    <a:pt x="11169" y="12020"/>
                  </a:lnTo>
                  <a:lnTo>
                    <a:pt x="11144" y="11972"/>
                  </a:lnTo>
                  <a:lnTo>
                    <a:pt x="11120" y="11947"/>
                  </a:lnTo>
                  <a:lnTo>
                    <a:pt x="11071" y="11947"/>
                  </a:lnTo>
                  <a:lnTo>
                    <a:pt x="11047" y="11972"/>
                  </a:lnTo>
                  <a:lnTo>
                    <a:pt x="11023" y="12118"/>
                  </a:lnTo>
                  <a:lnTo>
                    <a:pt x="10998" y="12312"/>
                  </a:lnTo>
                  <a:lnTo>
                    <a:pt x="10998" y="12556"/>
                  </a:lnTo>
                  <a:lnTo>
                    <a:pt x="10998" y="12799"/>
                  </a:lnTo>
                  <a:lnTo>
                    <a:pt x="10633" y="12896"/>
                  </a:lnTo>
                  <a:lnTo>
                    <a:pt x="10609" y="12604"/>
                  </a:lnTo>
                  <a:lnTo>
                    <a:pt x="10560" y="12361"/>
                  </a:lnTo>
                  <a:lnTo>
                    <a:pt x="10512" y="12118"/>
                  </a:lnTo>
                  <a:lnTo>
                    <a:pt x="10390" y="11607"/>
                  </a:lnTo>
                  <a:lnTo>
                    <a:pt x="10366" y="11583"/>
                  </a:lnTo>
                  <a:lnTo>
                    <a:pt x="10342" y="11558"/>
                  </a:lnTo>
                  <a:lnTo>
                    <a:pt x="10293" y="11583"/>
                  </a:lnTo>
                  <a:lnTo>
                    <a:pt x="10269" y="11607"/>
                  </a:lnTo>
                  <a:lnTo>
                    <a:pt x="10244" y="11826"/>
                  </a:lnTo>
                  <a:lnTo>
                    <a:pt x="10244" y="12045"/>
                  </a:lnTo>
                  <a:lnTo>
                    <a:pt x="10269" y="12507"/>
                  </a:lnTo>
                  <a:lnTo>
                    <a:pt x="10269" y="12726"/>
                  </a:lnTo>
                  <a:lnTo>
                    <a:pt x="10269" y="12945"/>
                  </a:lnTo>
                  <a:lnTo>
                    <a:pt x="9636" y="12994"/>
                  </a:lnTo>
                  <a:lnTo>
                    <a:pt x="9612" y="12726"/>
                  </a:lnTo>
                  <a:lnTo>
                    <a:pt x="9612" y="12507"/>
                  </a:lnTo>
                  <a:lnTo>
                    <a:pt x="9612" y="12337"/>
                  </a:lnTo>
                  <a:lnTo>
                    <a:pt x="9612" y="12142"/>
                  </a:lnTo>
                  <a:lnTo>
                    <a:pt x="9563" y="11972"/>
                  </a:lnTo>
                  <a:lnTo>
                    <a:pt x="9514" y="11899"/>
                  </a:lnTo>
                  <a:lnTo>
                    <a:pt x="9466" y="11826"/>
                  </a:lnTo>
                  <a:lnTo>
                    <a:pt x="9417" y="11826"/>
                  </a:lnTo>
                  <a:lnTo>
                    <a:pt x="9393" y="11850"/>
                  </a:lnTo>
                  <a:lnTo>
                    <a:pt x="9344" y="12020"/>
                  </a:lnTo>
                  <a:lnTo>
                    <a:pt x="9320" y="12215"/>
                  </a:lnTo>
                  <a:lnTo>
                    <a:pt x="9295" y="12604"/>
                  </a:lnTo>
                  <a:lnTo>
                    <a:pt x="9271" y="12799"/>
                  </a:lnTo>
                  <a:lnTo>
                    <a:pt x="9247" y="12994"/>
                  </a:lnTo>
                  <a:lnTo>
                    <a:pt x="9052" y="12994"/>
                  </a:lnTo>
                  <a:lnTo>
                    <a:pt x="9003" y="12604"/>
                  </a:lnTo>
                  <a:lnTo>
                    <a:pt x="8930" y="12191"/>
                  </a:lnTo>
                  <a:lnTo>
                    <a:pt x="8857" y="11753"/>
                  </a:lnTo>
                  <a:lnTo>
                    <a:pt x="8833" y="11704"/>
                  </a:lnTo>
                  <a:lnTo>
                    <a:pt x="8784" y="11680"/>
                  </a:lnTo>
                  <a:lnTo>
                    <a:pt x="8711" y="11704"/>
                  </a:lnTo>
                  <a:lnTo>
                    <a:pt x="8711" y="11777"/>
                  </a:lnTo>
                  <a:lnTo>
                    <a:pt x="8711" y="12191"/>
                  </a:lnTo>
                  <a:lnTo>
                    <a:pt x="8687" y="12604"/>
                  </a:lnTo>
                  <a:lnTo>
                    <a:pt x="8687" y="12994"/>
                  </a:lnTo>
                  <a:lnTo>
                    <a:pt x="8176" y="12994"/>
                  </a:lnTo>
                  <a:lnTo>
                    <a:pt x="8200" y="12653"/>
                  </a:lnTo>
                  <a:lnTo>
                    <a:pt x="8273" y="12215"/>
                  </a:lnTo>
                  <a:lnTo>
                    <a:pt x="8346" y="11777"/>
                  </a:lnTo>
                  <a:lnTo>
                    <a:pt x="8346" y="11704"/>
                  </a:lnTo>
                  <a:lnTo>
                    <a:pt x="8298" y="11655"/>
                  </a:lnTo>
                  <a:lnTo>
                    <a:pt x="8249" y="11655"/>
                  </a:lnTo>
                  <a:lnTo>
                    <a:pt x="8200" y="11704"/>
                  </a:lnTo>
                  <a:lnTo>
                    <a:pt x="8079" y="11899"/>
                  </a:lnTo>
                  <a:lnTo>
                    <a:pt x="8006" y="12118"/>
                  </a:lnTo>
                  <a:lnTo>
                    <a:pt x="7933" y="12337"/>
                  </a:lnTo>
                  <a:lnTo>
                    <a:pt x="7884" y="12556"/>
                  </a:lnTo>
                  <a:lnTo>
                    <a:pt x="7835" y="12750"/>
                  </a:lnTo>
                  <a:lnTo>
                    <a:pt x="7811" y="12969"/>
                  </a:lnTo>
                  <a:lnTo>
                    <a:pt x="7300" y="12945"/>
                  </a:lnTo>
                  <a:lnTo>
                    <a:pt x="7349" y="12653"/>
                  </a:lnTo>
                  <a:lnTo>
                    <a:pt x="7397" y="12385"/>
                  </a:lnTo>
                  <a:lnTo>
                    <a:pt x="7495" y="12045"/>
                  </a:lnTo>
                  <a:lnTo>
                    <a:pt x="7592" y="11680"/>
                  </a:lnTo>
                  <a:lnTo>
                    <a:pt x="7568" y="11655"/>
                  </a:lnTo>
                  <a:lnTo>
                    <a:pt x="7543" y="11631"/>
                  </a:lnTo>
                  <a:lnTo>
                    <a:pt x="7470" y="11680"/>
                  </a:lnTo>
                  <a:lnTo>
                    <a:pt x="7397" y="11728"/>
                  </a:lnTo>
                  <a:lnTo>
                    <a:pt x="7276" y="11850"/>
                  </a:lnTo>
                  <a:lnTo>
                    <a:pt x="7178" y="11996"/>
                  </a:lnTo>
                  <a:lnTo>
                    <a:pt x="7130" y="12166"/>
                  </a:lnTo>
                  <a:lnTo>
                    <a:pt x="7008" y="12507"/>
                  </a:lnTo>
                  <a:lnTo>
                    <a:pt x="6959" y="12702"/>
                  </a:lnTo>
                  <a:lnTo>
                    <a:pt x="6935" y="12872"/>
                  </a:lnTo>
                  <a:lnTo>
                    <a:pt x="6473" y="12702"/>
                  </a:lnTo>
                  <a:lnTo>
                    <a:pt x="6521" y="12556"/>
                  </a:lnTo>
                  <a:lnTo>
                    <a:pt x="6546" y="12483"/>
                  </a:lnTo>
                  <a:lnTo>
                    <a:pt x="6546" y="12410"/>
                  </a:lnTo>
                  <a:lnTo>
                    <a:pt x="6546" y="12337"/>
                  </a:lnTo>
                  <a:lnTo>
                    <a:pt x="6497" y="12288"/>
                  </a:lnTo>
                  <a:lnTo>
                    <a:pt x="6473" y="12288"/>
                  </a:lnTo>
                  <a:lnTo>
                    <a:pt x="6375" y="12385"/>
                  </a:lnTo>
                  <a:lnTo>
                    <a:pt x="6302" y="12483"/>
                  </a:lnTo>
                  <a:lnTo>
                    <a:pt x="6181" y="12629"/>
                  </a:lnTo>
                  <a:lnTo>
                    <a:pt x="5889" y="12629"/>
                  </a:lnTo>
                  <a:lnTo>
                    <a:pt x="5816" y="12653"/>
                  </a:lnTo>
                  <a:lnTo>
                    <a:pt x="5743" y="12750"/>
                  </a:lnTo>
                  <a:lnTo>
                    <a:pt x="5743" y="12799"/>
                  </a:lnTo>
                  <a:lnTo>
                    <a:pt x="5743" y="12872"/>
                  </a:lnTo>
                  <a:lnTo>
                    <a:pt x="5743" y="12921"/>
                  </a:lnTo>
                  <a:lnTo>
                    <a:pt x="5791" y="12969"/>
                  </a:lnTo>
                  <a:lnTo>
                    <a:pt x="5986" y="13115"/>
                  </a:lnTo>
                  <a:lnTo>
                    <a:pt x="6181" y="13237"/>
                  </a:lnTo>
                  <a:lnTo>
                    <a:pt x="5986" y="13505"/>
                  </a:lnTo>
                  <a:lnTo>
                    <a:pt x="5767" y="13748"/>
                  </a:lnTo>
                  <a:lnTo>
                    <a:pt x="5305" y="14210"/>
                  </a:lnTo>
                  <a:lnTo>
                    <a:pt x="5134" y="14381"/>
                  </a:lnTo>
                  <a:lnTo>
                    <a:pt x="4988" y="14527"/>
                  </a:lnTo>
                  <a:lnTo>
                    <a:pt x="4891" y="14551"/>
                  </a:lnTo>
                  <a:lnTo>
                    <a:pt x="4818" y="14551"/>
                  </a:lnTo>
                  <a:lnTo>
                    <a:pt x="4721" y="14527"/>
                  </a:lnTo>
                  <a:lnTo>
                    <a:pt x="4648" y="14454"/>
                  </a:lnTo>
                  <a:lnTo>
                    <a:pt x="4648" y="13383"/>
                  </a:lnTo>
                  <a:lnTo>
                    <a:pt x="4623" y="12872"/>
                  </a:lnTo>
                  <a:lnTo>
                    <a:pt x="4599" y="12337"/>
                  </a:lnTo>
                  <a:lnTo>
                    <a:pt x="4575" y="12239"/>
                  </a:lnTo>
                  <a:lnTo>
                    <a:pt x="4526" y="12191"/>
                  </a:lnTo>
                  <a:lnTo>
                    <a:pt x="4502" y="12166"/>
                  </a:lnTo>
                  <a:lnTo>
                    <a:pt x="4404" y="12118"/>
                  </a:lnTo>
                  <a:lnTo>
                    <a:pt x="4307" y="12020"/>
                  </a:lnTo>
                  <a:lnTo>
                    <a:pt x="4185" y="11947"/>
                  </a:lnTo>
                  <a:lnTo>
                    <a:pt x="3918" y="11801"/>
                  </a:lnTo>
                  <a:lnTo>
                    <a:pt x="3650" y="11680"/>
                  </a:lnTo>
                  <a:lnTo>
                    <a:pt x="3407" y="11510"/>
                  </a:lnTo>
                  <a:lnTo>
                    <a:pt x="3163" y="11339"/>
                  </a:lnTo>
                  <a:lnTo>
                    <a:pt x="2920" y="11145"/>
                  </a:lnTo>
                  <a:lnTo>
                    <a:pt x="2677" y="10926"/>
                  </a:lnTo>
                  <a:lnTo>
                    <a:pt x="2482" y="10658"/>
                  </a:lnTo>
                  <a:lnTo>
                    <a:pt x="2288" y="10390"/>
                  </a:lnTo>
                  <a:lnTo>
                    <a:pt x="2117" y="10098"/>
                  </a:lnTo>
                  <a:lnTo>
                    <a:pt x="1947" y="9758"/>
                  </a:lnTo>
                  <a:lnTo>
                    <a:pt x="1850" y="9587"/>
                  </a:lnTo>
                  <a:lnTo>
                    <a:pt x="1752" y="9441"/>
                  </a:lnTo>
                  <a:lnTo>
                    <a:pt x="1704" y="9028"/>
                  </a:lnTo>
                  <a:lnTo>
                    <a:pt x="1655" y="8614"/>
                  </a:lnTo>
                  <a:lnTo>
                    <a:pt x="1655" y="8517"/>
                  </a:lnTo>
                  <a:lnTo>
                    <a:pt x="1631" y="8371"/>
                  </a:lnTo>
                  <a:lnTo>
                    <a:pt x="1582" y="8249"/>
                  </a:lnTo>
                  <a:lnTo>
                    <a:pt x="1533" y="8225"/>
                  </a:lnTo>
                  <a:lnTo>
                    <a:pt x="1485" y="8225"/>
                  </a:lnTo>
                  <a:lnTo>
                    <a:pt x="1412" y="8249"/>
                  </a:lnTo>
                  <a:lnTo>
                    <a:pt x="1363" y="8322"/>
                  </a:lnTo>
                  <a:lnTo>
                    <a:pt x="1339" y="8371"/>
                  </a:lnTo>
                  <a:lnTo>
                    <a:pt x="1314" y="8444"/>
                  </a:lnTo>
                  <a:lnTo>
                    <a:pt x="1290" y="8614"/>
                  </a:lnTo>
                  <a:lnTo>
                    <a:pt x="1266" y="8760"/>
                  </a:lnTo>
                  <a:lnTo>
                    <a:pt x="1266" y="8906"/>
                  </a:lnTo>
                  <a:lnTo>
                    <a:pt x="1266" y="9076"/>
                  </a:lnTo>
                  <a:lnTo>
                    <a:pt x="1120" y="9101"/>
                  </a:lnTo>
                  <a:lnTo>
                    <a:pt x="998" y="9149"/>
                  </a:lnTo>
                  <a:lnTo>
                    <a:pt x="828" y="9003"/>
                  </a:lnTo>
                  <a:lnTo>
                    <a:pt x="755" y="8906"/>
                  </a:lnTo>
                  <a:lnTo>
                    <a:pt x="682" y="8809"/>
                  </a:lnTo>
                  <a:lnTo>
                    <a:pt x="584" y="8565"/>
                  </a:lnTo>
                  <a:lnTo>
                    <a:pt x="511" y="8322"/>
                  </a:lnTo>
                  <a:lnTo>
                    <a:pt x="463" y="8079"/>
                  </a:lnTo>
                  <a:lnTo>
                    <a:pt x="438" y="7811"/>
                  </a:lnTo>
                  <a:lnTo>
                    <a:pt x="438" y="7592"/>
                  </a:lnTo>
                  <a:lnTo>
                    <a:pt x="438" y="7373"/>
                  </a:lnTo>
                  <a:lnTo>
                    <a:pt x="487" y="7154"/>
                  </a:lnTo>
                  <a:lnTo>
                    <a:pt x="536" y="6911"/>
                  </a:lnTo>
                  <a:lnTo>
                    <a:pt x="609" y="6740"/>
                  </a:lnTo>
                  <a:lnTo>
                    <a:pt x="706" y="6570"/>
                  </a:lnTo>
                  <a:lnTo>
                    <a:pt x="925" y="6302"/>
                  </a:lnTo>
                  <a:lnTo>
                    <a:pt x="998" y="6302"/>
                  </a:lnTo>
                  <a:lnTo>
                    <a:pt x="1290" y="6327"/>
                  </a:lnTo>
                  <a:lnTo>
                    <a:pt x="1436" y="6302"/>
                  </a:lnTo>
                  <a:lnTo>
                    <a:pt x="1533" y="6327"/>
                  </a:lnTo>
                  <a:lnTo>
                    <a:pt x="1631" y="6327"/>
                  </a:lnTo>
                  <a:lnTo>
                    <a:pt x="1728" y="6254"/>
                  </a:lnTo>
                  <a:lnTo>
                    <a:pt x="1752" y="6205"/>
                  </a:lnTo>
                  <a:lnTo>
                    <a:pt x="1777" y="6156"/>
                  </a:lnTo>
                  <a:lnTo>
                    <a:pt x="1874" y="5840"/>
                  </a:lnTo>
                  <a:lnTo>
                    <a:pt x="1971" y="5548"/>
                  </a:lnTo>
                  <a:lnTo>
                    <a:pt x="2093" y="5280"/>
                  </a:lnTo>
                  <a:lnTo>
                    <a:pt x="2239" y="5013"/>
                  </a:lnTo>
                  <a:lnTo>
                    <a:pt x="2409" y="4769"/>
                  </a:lnTo>
                  <a:lnTo>
                    <a:pt x="2604" y="4526"/>
                  </a:lnTo>
                  <a:lnTo>
                    <a:pt x="3017" y="4039"/>
                  </a:lnTo>
                  <a:lnTo>
                    <a:pt x="3407" y="3601"/>
                  </a:lnTo>
                  <a:lnTo>
                    <a:pt x="3820" y="3164"/>
                  </a:lnTo>
                  <a:lnTo>
                    <a:pt x="4137" y="2872"/>
                  </a:lnTo>
                  <a:lnTo>
                    <a:pt x="4283" y="2726"/>
                  </a:lnTo>
                  <a:lnTo>
                    <a:pt x="4429" y="2555"/>
                  </a:lnTo>
                  <a:lnTo>
                    <a:pt x="4502" y="2555"/>
                  </a:lnTo>
                  <a:lnTo>
                    <a:pt x="4550" y="2507"/>
                  </a:lnTo>
                  <a:lnTo>
                    <a:pt x="4599" y="2361"/>
                  </a:lnTo>
                  <a:lnTo>
                    <a:pt x="4599" y="2215"/>
                  </a:lnTo>
                  <a:lnTo>
                    <a:pt x="4599" y="2069"/>
                  </a:lnTo>
                  <a:lnTo>
                    <a:pt x="4623" y="1923"/>
                  </a:lnTo>
                  <a:lnTo>
                    <a:pt x="4672" y="1631"/>
                  </a:lnTo>
                  <a:lnTo>
                    <a:pt x="4745" y="1339"/>
                  </a:lnTo>
                  <a:lnTo>
                    <a:pt x="4891" y="901"/>
                  </a:lnTo>
                  <a:lnTo>
                    <a:pt x="5061" y="487"/>
                  </a:lnTo>
                  <a:close/>
                  <a:moveTo>
                    <a:pt x="4915" y="0"/>
                  </a:moveTo>
                  <a:lnTo>
                    <a:pt x="4842" y="25"/>
                  </a:lnTo>
                  <a:lnTo>
                    <a:pt x="4794" y="49"/>
                  </a:lnTo>
                  <a:lnTo>
                    <a:pt x="4696" y="146"/>
                  </a:lnTo>
                  <a:lnTo>
                    <a:pt x="4599" y="268"/>
                  </a:lnTo>
                  <a:lnTo>
                    <a:pt x="4526" y="414"/>
                  </a:lnTo>
                  <a:lnTo>
                    <a:pt x="4453" y="584"/>
                  </a:lnTo>
                  <a:lnTo>
                    <a:pt x="4356" y="925"/>
                  </a:lnTo>
                  <a:lnTo>
                    <a:pt x="4283" y="1217"/>
                  </a:lnTo>
                  <a:lnTo>
                    <a:pt x="4210" y="1436"/>
                  </a:lnTo>
                  <a:lnTo>
                    <a:pt x="4137" y="1728"/>
                  </a:lnTo>
                  <a:lnTo>
                    <a:pt x="4112" y="2020"/>
                  </a:lnTo>
                  <a:lnTo>
                    <a:pt x="4112" y="2166"/>
                  </a:lnTo>
                  <a:lnTo>
                    <a:pt x="4137" y="2288"/>
                  </a:lnTo>
                  <a:lnTo>
                    <a:pt x="3893" y="2385"/>
                  </a:lnTo>
                  <a:lnTo>
                    <a:pt x="3674" y="2531"/>
                  </a:lnTo>
                  <a:lnTo>
                    <a:pt x="3455" y="2726"/>
                  </a:lnTo>
                  <a:lnTo>
                    <a:pt x="3236" y="2945"/>
                  </a:lnTo>
                  <a:lnTo>
                    <a:pt x="2871" y="3383"/>
                  </a:lnTo>
                  <a:lnTo>
                    <a:pt x="2531" y="3772"/>
                  </a:lnTo>
                  <a:lnTo>
                    <a:pt x="2142" y="4210"/>
                  </a:lnTo>
                  <a:lnTo>
                    <a:pt x="1923" y="4453"/>
                  </a:lnTo>
                  <a:lnTo>
                    <a:pt x="1752" y="4721"/>
                  </a:lnTo>
                  <a:lnTo>
                    <a:pt x="1582" y="4988"/>
                  </a:lnTo>
                  <a:lnTo>
                    <a:pt x="1436" y="5280"/>
                  </a:lnTo>
                  <a:lnTo>
                    <a:pt x="1339" y="5572"/>
                  </a:lnTo>
                  <a:lnTo>
                    <a:pt x="1290" y="5864"/>
                  </a:lnTo>
                  <a:lnTo>
                    <a:pt x="925" y="5864"/>
                  </a:lnTo>
                  <a:lnTo>
                    <a:pt x="755" y="5889"/>
                  </a:lnTo>
                  <a:lnTo>
                    <a:pt x="633" y="5937"/>
                  </a:lnTo>
                  <a:lnTo>
                    <a:pt x="536" y="5986"/>
                  </a:lnTo>
                  <a:lnTo>
                    <a:pt x="438" y="6083"/>
                  </a:lnTo>
                  <a:lnTo>
                    <a:pt x="341" y="6181"/>
                  </a:lnTo>
                  <a:lnTo>
                    <a:pt x="268" y="6302"/>
                  </a:lnTo>
                  <a:lnTo>
                    <a:pt x="219" y="6424"/>
                  </a:lnTo>
                  <a:lnTo>
                    <a:pt x="122" y="6716"/>
                  </a:lnTo>
                  <a:lnTo>
                    <a:pt x="49" y="7032"/>
                  </a:lnTo>
                  <a:lnTo>
                    <a:pt x="25" y="7324"/>
                  </a:lnTo>
                  <a:lnTo>
                    <a:pt x="0" y="7592"/>
                  </a:lnTo>
                  <a:lnTo>
                    <a:pt x="0" y="7811"/>
                  </a:lnTo>
                  <a:lnTo>
                    <a:pt x="25" y="8054"/>
                  </a:lnTo>
                  <a:lnTo>
                    <a:pt x="49" y="8322"/>
                  </a:lnTo>
                  <a:lnTo>
                    <a:pt x="122" y="8638"/>
                  </a:lnTo>
                  <a:lnTo>
                    <a:pt x="219" y="8930"/>
                  </a:lnTo>
                  <a:lnTo>
                    <a:pt x="365" y="9198"/>
                  </a:lnTo>
                  <a:lnTo>
                    <a:pt x="438" y="9320"/>
                  </a:lnTo>
                  <a:lnTo>
                    <a:pt x="536" y="9417"/>
                  </a:lnTo>
                  <a:lnTo>
                    <a:pt x="633" y="9514"/>
                  </a:lnTo>
                  <a:lnTo>
                    <a:pt x="730" y="9563"/>
                  </a:lnTo>
                  <a:lnTo>
                    <a:pt x="852" y="9612"/>
                  </a:lnTo>
                  <a:lnTo>
                    <a:pt x="1047" y="9612"/>
                  </a:lnTo>
                  <a:lnTo>
                    <a:pt x="1095" y="9587"/>
                  </a:lnTo>
                  <a:lnTo>
                    <a:pt x="1314" y="9587"/>
                  </a:lnTo>
                  <a:lnTo>
                    <a:pt x="1339" y="9612"/>
                  </a:lnTo>
                  <a:lnTo>
                    <a:pt x="1387" y="9758"/>
                  </a:lnTo>
                  <a:lnTo>
                    <a:pt x="1436" y="9928"/>
                  </a:lnTo>
                  <a:lnTo>
                    <a:pt x="1582" y="10220"/>
                  </a:lnTo>
                  <a:lnTo>
                    <a:pt x="1752" y="10512"/>
                  </a:lnTo>
                  <a:lnTo>
                    <a:pt x="1923" y="10804"/>
                  </a:lnTo>
                  <a:lnTo>
                    <a:pt x="2117" y="11072"/>
                  </a:lnTo>
                  <a:lnTo>
                    <a:pt x="2312" y="11315"/>
                  </a:lnTo>
                  <a:lnTo>
                    <a:pt x="2531" y="11510"/>
                  </a:lnTo>
                  <a:lnTo>
                    <a:pt x="2750" y="11704"/>
                  </a:lnTo>
                  <a:lnTo>
                    <a:pt x="3236" y="12045"/>
                  </a:lnTo>
                  <a:lnTo>
                    <a:pt x="3455" y="12191"/>
                  </a:lnTo>
                  <a:lnTo>
                    <a:pt x="3674" y="12288"/>
                  </a:lnTo>
                  <a:lnTo>
                    <a:pt x="3918" y="12385"/>
                  </a:lnTo>
                  <a:lnTo>
                    <a:pt x="4137" y="12507"/>
                  </a:lnTo>
                  <a:lnTo>
                    <a:pt x="4161" y="12531"/>
                  </a:lnTo>
                  <a:lnTo>
                    <a:pt x="4112" y="13067"/>
                  </a:lnTo>
                  <a:lnTo>
                    <a:pt x="4112" y="13626"/>
                  </a:lnTo>
                  <a:lnTo>
                    <a:pt x="4112" y="14746"/>
                  </a:lnTo>
                  <a:lnTo>
                    <a:pt x="4137" y="14819"/>
                  </a:lnTo>
                  <a:lnTo>
                    <a:pt x="4161" y="14867"/>
                  </a:lnTo>
                  <a:lnTo>
                    <a:pt x="4185" y="14916"/>
                  </a:lnTo>
                  <a:lnTo>
                    <a:pt x="4234" y="14965"/>
                  </a:lnTo>
                  <a:lnTo>
                    <a:pt x="4331" y="14989"/>
                  </a:lnTo>
                  <a:lnTo>
                    <a:pt x="4453" y="14989"/>
                  </a:lnTo>
                  <a:lnTo>
                    <a:pt x="4550" y="15062"/>
                  </a:lnTo>
                  <a:lnTo>
                    <a:pt x="4648" y="15111"/>
                  </a:lnTo>
                  <a:lnTo>
                    <a:pt x="4769" y="15135"/>
                  </a:lnTo>
                  <a:lnTo>
                    <a:pt x="4891" y="15111"/>
                  </a:lnTo>
                  <a:lnTo>
                    <a:pt x="4988" y="15086"/>
                  </a:lnTo>
                  <a:lnTo>
                    <a:pt x="5110" y="15038"/>
                  </a:lnTo>
                  <a:lnTo>
                    <a:pt x="5305" y="14940"/>
                  </a:lnTo>
                  <a:lnTo>
                    <a:pt x="5548" y="14721"/>
                  </a:lnTo>
                  <a:lnTo>
                    <a:pt x="5791" y="14502"/>
                  </a:lnTo>
                  <a:lnTo>
                    <a:pt x="6229" y="14040"/>
                  </a:lnTo>
                  <a:lnTo>
                    <a:pt x="6497" y="13748"/>
                  </a:lnTo>
                  <a:lnTo>
                    <a:pt x="6619" y="13602"/>
                  </a:lnTo>
                  <a:lnTo>
                    <a:pt x="6716" y="13432"/>
                  </a:lnTo>
                  <a:lnTo>
                    <a:pt x="6984" y="13505"/>
                  </a:lnTo>
                  <a:lnTo>
                    <a:pt x="7227" y="13529"/>
                  </a:lnTo>
                  <a:lnTo>
                    <a:pt x="7762" y="13578"/>
                  </a:lnTo>
                  <a:lnTo>
                    <a:pt x="8273" y="13578"/>
                  </a:lnTo>
                  <a:lnTo>
                    <a:pt x="8760" y="13602"/>
                  </a:lnTo>
                  <a:lnTo>
                    <a:pt x="9198" y="13578"/>
                  </a:lnTo>
                  <a:lnTo>
                    <a:pt x="9660" y="13578"/>
                  </a:lnTo>
                  <a:lnTo>
                    <a:pt x="10098" y="13529"/>
                  </a:lnTo>
                  <a:lnTo>
                    <a:pt x="10560" y="13480"/>
                  </a:lnTo>
                  <a:lnTo>
                    <a:pt x="10925" y="13407"/>
                  </a:lnTo>
                  <a:lnTo>
                    <a:pt x="11315" y="13334"/>
                  </a:lnTo>
                  <a:lnTo>
                    <a:pt x="11363" y="13480"/>
                  </a:lnTo>
                  <a:lnTo>
                    <a:pt x="11436" y="13626"/>
                  </a:lnTo>
                  <a:lnTo>
                    <a:pt x="11607" y="13943"/>
                  </a:lnTo>
                  <a:lnTo>
                    <a:pt x="11850" y="14210"/>
                  </a:lnTo>
                  <a:lnTo>
                    <a:pt x="11972" y="14356"/>
                  </a:lnTo>
                  <a:lnTo>
                    <a:pt x="12118" y="14478"/>
                  </a:lnTo>
                  <a:lnTo>
                    <a:pt x="12264" y="14575"/>
                  </a:lnTo>
                  <a:lnTo>
                    <a:pt x="12410" y="14673"/>
                  </a:lnTo>
                  <a:lnTo>
                    <a:pt x="12580" y="14721"/>
                  </a:lnTo>
                  <a:lnTo>
                    <a:pt x="12726" y="14770"/>
                  </a:lnTo>
                  <a:lnTo>
                    <a:pt x="12896" y="14794"/>
                  </a:lnTo>
                  <a:lnTo>
                    <a:pt x="13042" y="14770"/>
                  </a:lnTo>
                  <a:lnTo>
                    <a:pt x="13213" y="14721"/>
                  </a:lnTo>
                  <a:lnTo>
                    <a:pt x="13359" y="14624"/>
                  </a:lnTo>
                  <a:lnTo>
                    <a:pt x="13480" y="14527"/>
                  </a:lnTo>
                  <a:lnTo>
                    <a:pt x="13578" y="14405"/>
                  </a:lnTo>
                  <a:lnTo>
                    <a:pt x="13651" y="14283"/>
                  </a:lnTo>
                  <a:lnTo>
                    <a:pt x="13724" y="14162"/>
                  </a:lnTo>
                  <a:lnTo>
                    <a:pt x="13748" y="14016"/>
                  </a:lnTo>
                  <a:lnTo>
                    <a:pt x="13772" y="13845"/>
                  </a:lnTo>
                  <a:lnTo>
                    <a:pt x="13797" y="13529"/>
                  </a:lnTo>
                  <a:lnTo>
                    <a:pt x="13772" y="13213"/>
                  </a:lnTo>
                  <a:lnTo>
                    <a:pt x="13748" y="12872"/>
                  </a:lnTo>
                  <a:lnTo>
                    <a:pt x="13748" y="12580"/>
                  </a:lnTo>
                  <a:lnTo>
                    <a:pt x="13748" y="12288"/>
                  </a:lnTo>
                  <a:lnTo>
                    <a:pt x="13943" y="12118"/>
                  </a:lnTo>
                  <a:lnTo>
                    <a:pt x="14137" y="11947"/>
                  </a:lnTo>
                  <a:lnTo>
                    <a:pt x="14551" y="11655"/>
                  </a:lnTo>
                  <a:lnTo>
                    <a:pt x="14989" y="11388"/>
                  </a:lnTo>
                  <a:lnTo>
                    <a:pt x="15403" y="11072"/>
                  </a:lnTo>
                  <a:lnTo>
                    <a:pt x="15622" y="10877"/>
                  </a:lnTo>
                  <a:lnTo>
                    <a:pt x="15816" y="10634"/>
                  </a:lnTo>
                  <a:lnTo>
                    <a:pt x="15987" y="10390"/>
                  </a:lnTo>
                  <a:lnTo>
                    <a:pt x="16133" y="10123"/>
                  </a:lnTo>
                  <a:lnTo>
                    <a:pt x="16254" y="9855"/>
                  </a:lnTo>
                  <a:lnTo>
                    <a:pt x="16376" y="9563"/>
                  </a:lnTo>
                  <a:lnTo>
                    <a:pt x="16449" y="9271"/>
                  </a:lnTo>
                  <a:lnTo>
                    <a:pt x="16522" y="8979"/>
                  </a:lnTo>
                  <a:lnTo>
                    <a:pt x="16595" y="8614"/>
                  </a:lnTo>
                  <a:lnTo>
                    <a:pt x="16619" y="8249"/>
                  </a:lnTo>
                  <a:lnTo>
                    <a:pt x="16765" y="8273"/>
                  </a:lnTo>
                  <a:lnTo>
                    <a:pt x="16911" y="8298"/>
                  </a:lnTo>
                  <a:lnTo>
                    <a:pt x="17057" y="8273"/>
                  </a:lnTo>
                  <a:lnTo>
                    <a:pt x="17203" y="8249"/>
                  </a:lnTo>
                  <a:lnTo>
                    <a:pt x="17228" y="8273"/>
                  </a:lnTo>
                  <a:lnTo>
                    <a:pt x="17325" y="8346"/>
                  </a:lnTo>
                  <a:lnTo>
                    <a:pt x="17422" y="8444"/>
                  </a:lnTo>
                  <a:lnTo>
                    <a:pt x="17641" y="8565"/>
                  </a:lnTo>
                  <a:lnTo>
                    <a:pt x="17885" y="8663"/>
                  </a:lnTo>
                  <a:lnTo>
                    <a:pt x="18128" y="8687"/>
                  </a:lnTo>
                  <a:lnTo>
                    <a:pt x="18395" y="8663"/>
                  </a:lnTo>
                  <a:lnTo>
                    <a:pt x="18639" y="8614"/>
                  </a:lnTo>
                  <a:lnTo>
                    <a:pt x="18858" y="8492"/>
                  </a:lnTo>
                  <a:lnTo>
                    <a:pt x="18979" y="8419"/>
                  </a:lnTo>
                  <a:lnTo>
                    <a:pt x="19077" y="8346"/>
                  </a:lnTo>
                  <a:lnTo>
                    <a:pt x="19125" y="8249"/>
                  </a:lnTo>
                  <a:lnTo>
                    <a:pt x="19125" y="8176"/>
                  </a:lnTo>
                  <a:lnTo>
                    <a:pt x="19101" y="8079"/>
                  </a:lnTo>
                  <a:lnTo>
                    <a:pt x="19052" y="8006"/>
                  </a:lnTo>
                  <a:lnTo>
                    <a:pt x="18979" y="7957"/>
                  </a:lnTo>
                  <a:lnTo>
                    <a:pt x="18833" y="7957"/>
                  </a:lnTo>
                  <a:lnTo>
                    <a:pt x="18736" y="8006"/>
                  </a:lnTo>
                  <a:lnTo>
                    <a:pt x="18639" y="8103"/>
                  </a:lnTo>
                  <a:lnTo>
                    <a:pt x="18517" y="8176"/>
                  </a:lnTo>
                  <a:lnTo>
                    <a:pt x="18371" y="8200"/>
                  </a:lnTo>
                  <a:lnTo>
                    <a:pt x="18225" y="8225"/>
                  </a:lnTo>
                  <a:lnTo>
                    <a:pt x="18079" y="8200"/>
                  </a:lnTo>
                  <a:lnTo>
                    <a:pt x="17933" y="8176"/>
                  </a:lnTo>
                  <a:lnTo>
                    <a:pt x="17787" y="8127"/>
                  </a:lnTo>
                  <a:lnTo>
                    <a:pt x="17666" y="8054"/>
                  </a:lnTo>
                  <a:lnTo>
                    <a:pt x="17885" y="7933"/>
                  </a:lnTo>
                  <a:lnTo>
                    <a:pt x="18031" y="7835"/>
                  </a:lnTo>
                  <a:lnTo>
                    <a:pt x="18104" y="7738"/>
                  </a:lnTo>
                  <a:lnTo>
                    <a:pt x="18152" y="7641"/>
                  </a:lnTo>
                  <a:lnTo>
                    <a:pt x="18201" y="7543"/>
                  </a:lnTo>
                  <a:lnTo>
                    <a:pt x="18225" y="7446"/>
                  </a:lnTo>
                  <a:lnTo>
                    <a:pt x="18250" y="7349"/>
                  </a:lnTo>
                  <a:lnTo>
                    <a:pt x="18225" y="7251"/>
                  </a:lnTo>
                  <a:lnTo>
                    <a:pt x="18201" y="7154"/>
                  </a:lnTo>
                  <a:lnTo>
                    <a:pt x="18177" y="7057"/>
                  </a:lnTo>
                  <a:lnTo>
                    <a:pt x="18128" y="6984"/>
                  </a:lnTo>
                  <a:lnTo>
                    <a:pt x="18055" y="6911"/>
                  </a:lnTo>
                  <a:lnTo>
                    <a:pt x="18006" y="6862"/>
                  </a:lnTo>
                  <a:lnTo>
                    <a:pt x="17909" y="6813"/>
                  </a:lnTo>
                  <a:lnTo>
                    <a:pt x="17812" y="6789"/>
                  </a:lnTo>
                  <a:lnTo>
                    <a:pt x="17714" y="6789"/>
                  </a:lnTo>
                  <a:lnTo>
                    <a:pt x="17593" y="6813"/>
                  </a:lnTo>
                  <a:lnTo>
                    <a:pt x="17495" y="6838"/>
                  </a:lnTo>
                  <a:lnTo>
                    <a:pt x="17349" y="6911"/>
                  </a:lnTo>
                  <a:lnTo>
                    <a:pt x="17228" y="7008"/>
                  </a:lnTo>
                  <a:lnTo>
                    <a:pt x="17130" y="7105"/>
                  </a:lnTo>
                  <a:lnTo>
                    <a:pt x="17082" y="7227"/>
                  </a:lnTo>
                  <a:lnTo>
                    <a:pt x="17033" y="7373"/>
                  </a:lnTo>
                  <a:lnTo>
                    <a:pt x="17009" y="7519"/>
                  </a:lnTo>
                  <a:lnTo>
                    <a:pt x="17009" y="7665"/>
                  </a:lnTo>
                  <a:lnTo>
                    <a:pt x="17033" y="7811"/>
                  </a:lnTo>
                  <a:lnTo>
                    <a:pt x="16644" y="7835"/>
                  </a:lnTo>
                  <a:lnTo>
                    <a:pt x="16644" y="7397"/>
                  </a:lnTo>
                  <a:lnTo>
                    <a:pt x="16619" y="6935"/>
                  </a:lnTo>
                  <a:lnTo>
                    <a:pt x="16546" y="6497"/>
                  </a:lnTo>
                  <a:lnTo>
                    <a:pt x="16449" y="6059"/>
                  </a:lnTo>
                  <a:lnTo>
                    <a:pt x="16327" y="5621"/>
                  </a:lnTo>
                  <a:lnTo>
                    <a:pt x="16157" y="5207"/>
                  </a:lnTo>
                  <a:lnTo>
                    <a:pt x="15987" y="4794"/>
                  </a:lnTo>
                  <a:lnTo>
                    <a:pt x="15768" y="4404"/>
                  </a:lnTo>
                  <a:lnTo>
                    <a:pt x="15597" y="4161"/>
                  </a:lnTo>
                  <a:lnTo>
                    <a:pt x="15427" y="3918"/>
                  </a:lnTo>
                  <a:lnTo>
                    <a:pt x="15232" y="3699"/>
                  </a:lnTo>
                  <a:lnTo>
                    <a:pt x="15038" y="3480"/>
                  </a:lnTo>
                  <a:lnTo>
                    <a:pt x="14843" y="3285"/>
                  </a:lnTo>
                  <a:lnTo>
                    <a:pt x="14624" y="3091"/>
                  </a:lnTo>
                  <a:lnTo>
                    <a:pt x="14162" y="2750"/>
                  </a:lnTo>
                  <a:lnTo>
                    <a:pt x="13675" y="2434"/>
                  </a:lnTo>
                  <a:lnTo>
                    <a:pt x="13164" y="2166"/>
                  </a:lnTo>
                  <a:lnTo>
                    <a:pt x="12629" y="1923"/>
                  </a:lnTo>
                  <a:lnTo>
                    <a:pt x="12093" y="1704"/>
                  </a:lnTo>
                  <a:lnTo>
                    <a:pt x="11461" y="1460"/>
                  </a:lnTo>
                  <a:lnTo>
                    <a:pt x="10804" y="1266"/>
                  </a:lnTo>
                  <a:lnTo>
                    <a:pt x="10147" y="1120"/>
                  </a:lnTo>
                  <a:lnTo>
                    <a:pt x="9466" y="1022"/>
                  </a:lnTo>
                  <a:lnTo>
                    <a:pt x="8882" y="974"/>
                  </a:lnTo>
                  <a:lnTo>
                    <a:pt x="8249" y="974"/>
                  </a:lnTo>
                  <a:lnTo>
                    <a:pt x="7933" y="998"/>
                  </a:lnTo>
                  <a:lnTo>
                    <a:pt x="7641" y="1047"/>
                  </a:lnTo>
                  <a:lnTo>
                    <a:pt x="7349" y="1120"/>
                  </a:lnTo>
                  <a:lnTo>
                    <a:pt x="7057" y="1217"/>
                  </a:lnTo>
                  <a:lnTo>
                    <a:pt x="6570" y="755"/>
                  </a:lnTo>
                  <a:lnTo>
                    <a:pt x="6327" y="536"/>
                  </a:lnTo>
                  <a:lnTo>
                    <a:pt x="6059" y="317"/>
                  </a:lnTo>
                  <a:lnTo>
                    <a:pt x="5816" y="195"/>
                  </a:lnTo>
                  <a:lnTo>
                    <a:pt x="5548" y="98"/>
                  </a:lnTo>
                  <a:lnTo>
                    <a:pt x="5280" y="25"/>
                  </a:lnTo>
                  <a:lnTo>
                    <a:pt x="5013" y="25"/>
                  </a:lnTo>
                  <a:lnTo>
                    <a:pt x="4964" y="0"/>
                  </a:lnTo>
                  <a:close/>
                </a:path>
              </a:pathLst>
            </a:custGeom>
            <a:solidFill>
              <a:srgbClr val="6D9E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D9EEB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4"/>
          <p:cNvSpPr txBox="1">
            <a:spLocks noGrp="1"/>
          </p:cNvSpPr>
          <p:nvPr>
            <p:ph type="body" idx="1"/>
          </p:nvPr>
        </p:nvSpPr>
        <p:spPr>
          <a:xfrm>
            <a:off x="747925" y="1363152"/>
            <a:ext cx="3159000" cy="167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Price Prediction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Analyze what factors influence the price of a rental.</a:t>
            </a:r>
            <a:endParaRPr/>
          </a:p>
        </p:txBody>
      </p:sp>
      <p:sp>
        <p:nvSpPr>
          <p:cNvPr id="544" name="Google Shape;544;p14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we trying to do here?  </a:t>
            </a:r>
            <a:endParaRPr/>
          </a:p>
        </p:txBody>
      </p:sp>
      <p:sp>
        <p:nvSpPr>
          <p:cNvPr id="545" name="Google Shape;545;p14"/>
          <p:cNvSpPr txBox="1">
            <a:spLocks noGrp="1"/>
          </p:cNvSpPr>
          <p:nvPr>
            <p:ph type="body" idx="2"/>
          </p:nvPr>
        </p:nvSpPr>
        <p:spPr>
          <a:xfrm>
            <a:off x="4097100" y="1363152"/>
            <a:ext cx="3159000" cy="167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Comment Analysis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Survey customer reviews regarding their experience.</a:t>
            </a:r>
            <a:endParaRPr/>
          </a:p>
        </p:txBody>
      </p:sp>
      <p:sp>
        <p:nvSpPr>
          <p:cNvPr id="546" name="Google Shape;546;p14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547" name="Google Shape;547;p14"/>
          <p:cNvSpPr/>
          <p:nvPr/>
        </p:nvSpPr>
        <p:spPr>
          <a:xfrm>
            <a:off x="1354416" y="3350709"/>
            <a:ext cx="1229367" cy="914395"/>
          </a:xfrm>
          <a:custGeom>
            <a:avLst/>
            <a:gdLst/>
            <a:ahLst/>
            <a:cxnLst/>
            <a:rect l="l" t="t" r="r" b="b"/>
            <a:pathLst>
              <a:path w="18153" h="13384" extrusionOk="0">
                <a:moveTo>
                  <a:pt x="15865" y="1752"/>
                </a:moveTo>
                <a:lnTo>
                  <a:pt x="15962" y="1801"/>
                </a:lnTo>
                <a:lnTo>
                  <a:pt x="16230" y="1801"/>
                </a:lnTo>
                <a:lnTo>
                  <a:pt x="16279" y="1825"/>
                </a:lnTo>
                <a:lnTo>
                  <a:pt x="16303" y="1850"/>
                </a:lnTo>
                <a:lnTo>
                  <a:pt x="16327" y="1923"/>
                </a:lnTo>
                <a:lnTo>
                  <a:pt x="16303" y="1971"/>
                </a:lnTo>
                <a:lnTo>
                  <a:pt x="16279" y="2117"/>
                </a:lnTo>
                <a:lnTo>
                  <a:pt x="16230" y="2190"/>
                </a:lnTo>
                <a:lnTo>
                  <a:pt x="16157" y="2288"/>
                </a:lnTo>
                <a:lnTo>
                  <a:pt x="16084" y="2336"/>
                </a:lnTo>
                <a:lnTo>
                  <a:pt x="16011" y="2361"/>
                </a:lnTo>
                <a:lnTo>
                  <a:pt x="15938" y="2336"/>
                </a:lnTo>
                <a:lnTo>
                  <a:pt x="15865" y="2239"/>
                </a:lnTo>
                <a:lnTo>
                  <a:pt x="15792" y="2142"/>
                </a:lnTo>
                <a:lnTo>
                  <a:pt x="15768" y="2020"/>
                </a:lnTo>
                <a:lnTo>
                  <a:pt x="15768" y="1923"/>
                </a:lnTo>
                <a:lnTo>
                  <a:pt x="15841" y="1801"/>
                </a:lnTo>
                <a:lnTo>
                  <a:pt x="15865" y="1752"/>
                </a:lnTo>
                <a:close/>
                <a:moveTo>
                  <a:pt x="10925" y="4015"/>
                </a:moveTo>
                <a:lnTo>
                  <a:pt x="11023" y="4039"/>
                </a:lnTo>
                <a:lnTo>
                  <a:pt x="11071" y="4064"/>
                </a:lnTo>
                <a:lnTo>
                  <a:pt x="11096" y="4064"/>
                </a:lnTo>
                <a:lnTo>
                  <a:pt x="11096" y="4088"/>
                </a:lnTo>
                <a:lnTo>
                  <a:pt x="11120" y="4112"/>
                </a:lnTo>
                <a:lnTo>
                  <a:pt x="11120" y="4137"/>
                </a:lnTo>
                <a:lnTo>
                  <a:pt x="11120" y="4185"/>
                </a:lnTo>
                <a:lnTo>
                  <a:pt x="11120" y="4210"/>
                </a:lnTo>
                <a:lnTo>
                  <a:pt x="11096" y="4283"/>
                </a:lnTo>
                <a:lnTo>
                  <a:pt x="11023" y="4380"/>
                </a:lnTo>
                <a:lnTo>
                  <a:pt x="10998" y="4429"/>
                </a:lnTo>
                <a:lnTo>
                  <a:pt x="10950" y="4477"/>
                </a:lnTo>
                <a:lnTo>
                  <a:pt x="10901" y="4477"/>
                </a:lnTo>
                <a:lnTo>
                  <a:pt x="10901" y="4453"/>
                </a:lnTo>
                <a:lnTo>
                  <a:pt x="10877" y="4453"/>
                </a:lnTo>
                <a:lnTo>
                  <a:pt x="10828" y="4380"/>
                </a:lnTo>
                <a:lnTo>
                  <a:pt x="10779" y="4307"/>
                </a:lnTo>
                <a:lnTo>
                  <a:pt x="10779" y="4234"/>
                </a:lnTo>
                <a:lnTo>
                  <a:pt x="10779" y="4137"/>
                </a:lnTo>
                <a:lnTo>
                  <a:pt x="10828" y="4064"/>
                </a:lnTo>
                <a:lnTo>
                  <a:pt x="10901" y="4015"/>
                </a:lnTo>
                <a:close/>
                <a:moveTo>
                  <a:pt x="12507" y="5159"/>
                </a:moveTo>
                <a:lnTo>
                  <a:pt x="12580" y="5183"/>
                </a:lnTo>
                <a:lnTo>
                  <a:pt x="12629" y="5256"/>
                </a:lnTo>
                <a:lnTo>
                  <a:pt x="12677" y="5329"/>
                </a:lnTo>
                <a:lnTo>
                  <a:pt x="12677" y="5451"/>
                </a:lnTo>
                <a:lnTo>
                  <a:pt x="12653" y="5548"/>
                </a:lnTo>
                <a:lnTo>
                  <a:pt x="12604" y="5645"/>
                </a:lnTo>
                <a:lnTo>
                  <a:pt x="12556" y="5743"/>
                </a:lnTo>
                <a:lnTo>
                  <a:pt x="12507" y="5767"/>
                </a:lnTo>
                <a:lnTo>
                  <a:pt x="12458" y="5791"/>
                </a:lnTo>
                <a:lnTo>
                  <a:pt x="12337" y="5767"/>
                </a:lnTo>
                <a:lnTo>
                  <a:pt x="12239" y="5718"/>
                </a:lnTo>
                <a:lnTo>
                  <a:pt x="12166" y="5645"/>
                </a:lnTo>
                <a:lnTo>
                  <a:pt x="12142" y="5572"/>
                </a:lnTo>
                <a:lnTo>
                  <a:pt x="12142" y="5499"/>
                </a:lnTo>
                <a:lnTo>
                  <a:pt x="12166" y="5426"/>
                </a:lnTo>
                <a:lnTo>
                  <a:pt x="12191" y="5353"/>
                </a:lnTo>
                <a:lnTo>
                  <a:pt x="12264" y="5329"/>
                </a:lnTo>
                <a:lnTo>
                  <a:pt x="12312" y="5305"/>
                </a:lnTo>
                <a:lnTo>
                  <a:pt x="12337" y="5256"/>
                </a:lnTo>
                <a:lnTo>
                  <a:pt x="12361" y="5183"/>
                </a:lnTo>
                <a:lnTo>
                  <a:pt x="12410" y="5159"/>
                </a:lnTo>
                <a:close/>
                <a:moveTo>
                  <a:pt x="5499" y="6229"/>
                </a:moveTo>
                <a:lnTo>
                  <a:pt x="5597" y="6302"/>
                </a:lnTo>
                <a:lnTo>
                  <a:pt x="5694" y="6351"/>
                </a:lnTo>
                <a:lnTo>
                  <a:pt x="5743" y="6424"/>
                </a:lnTo>
                <a:lnTo>
                  <a:pt x="5767" y="6546"/>
                </a:lnTo>
                <a:lnTo>
                  <a:pt x="5743" y="6643"/>
                </a:lnTo>
                <a:lnTo>
                  <a:pt x="5670" y="6740"/>
                </a:lnTo>
                <a:lnTo>
                  <a:pt x="5621" y="6813"/>
                </a:lnTo>
                <a:lnTo>
                  <a:pt x="5524" y="6838"/>
                </a:lnTo>
                <a:lnTo>
                  <a:pt x="5475" y="6862"/>
                </a:lnTo>
                <a:lnTo>
                  <a:pt x="5426" y="6862"/>
                </a:lnTo>
                <a:lnTo>
                  <a:pt x="5329" y="6789"/>
                </a:lnTo>
                <a:lnTo>
                  <a:pt x="5280" y="6716"/>
                </a:lnTo>
                <a:lnTo>
                  <a:pt x="5280" y="6643"/>
                </a:lnTo>
                <a:lnTo>
                  <a:pt x="5280" y="6594"/>
                </a:lnTo>
                <a:lnTo>
                  <a:pt x="5305" y="6497"/>
                </a:lnTo>
                <a:lnTo>
                  <a:pt x="5353" y="6400"/>
                </a:lnTo>
                <a:lnTo>
                  <a:pt x="5475" y="6254"/>
                </a:lnTo>
                <a:lnTo>
                  <a:pt x="5499" y="6229"/>
                </a:lnTo>
                <a:close/>
                <a:moveTo>
                  <a:pt x="7568" y="7470"/>
                </a:moveTo>
                <a:lnTo>
                  <a:pt x="7616" y="7519"/>
                </a:lnTo>
                <a:lnTo>
                  <a:pt x="7689" y="7519"/>
                </a:lnTo>
                <a:lnTo>
                  <a:pt x="7835" y="7543"/>
                </a:lnTo>
                <a:lnTo>
                  <a:pt x="7908" y="7568"/>
                </a:lnTo>
                <a:lnTo>
                  <a:pt x="7957" y="7592"/>
                </a:lnTo>
                <a:lnTo>
                  <a:pt x="7957" y="7616"/>
                </a:lnTo>
                <a:lnTo>
                  <a:pt x="7957" y="7641"/>
                </a:lnTo>
                <a:lnTo>
                  <a:pt x="7957" y="7665"/>
                </a:lnTo>
                <a:lnTo>
                  <a:pt x="7908" y="7714"/>
                </a:lnTo>
                <a:lnTo>
                  <a:pt x="7908" y="7738"/>
                </a:lnTo>
                <a:lnTo>
                  <a:pt x="7811" y="7811"/>
                </a:lnTo>
                <a:lnTo>
                  <a:pt x="7787" y="7835"/>
                </a:lnTo>
                <a:lnTo>
                  <a:pt x="7714" y="7884"/>
                </a:lnTo>
                <a:lnTo>
                  <a:pt x="7641" y="7884"/>
                </a:lnTo>
                <a:lnTo>
                  <a:pt x="7641" y="7908"/>
                </a:lnTo>
                <a:lnTo>
                  <a:pt x="7592" y="7908"/>
                </a:lnTo>
                <a:lnTo>
                  <a:pt x="7543" y="7884"/>
                </a:lnTo>
                <a:lnTo>
                  <a:pt x="7519" y="7884"/>
                </a:lnTo>
                <a:lnTo>
                  <a:pt x="7495" y="7860"/>
                </a:lnTo>
                <a:lnTo>
                  <a:pt x="7495" y="7835"/>
                </a:lnTo>
                <a:lnTo>
                  <a:pt x="7470" y="7811"/>
                </a:lnTo>
                <a:lnTo>
                  <a:pt x="7422" y="7689"/>
                </a:lnTo>
                <a:lnTo>
                  <a:pt x="7397" y="7616"/>
                </a:lnTo>
                <a:lnTo>
                  <a:pt x="7422" y="7543"/>
                </a:lnTo>
                <a:lnTo>
                  <a:pt x="7495" y="7519"/>
                </a:lnTo>
                <a:lnTo>
                  <a:pt x="7568" y="7470"/>
                </a:lnTo>
                <a:close/>
                <a:moveTo>
                  <a:pt x="16011" y="1363"/>
                </a:moveTo>
                <a:lnTo>
                  <a:pt x="15889" y="1387"/>
                </a:lnTo>
                <a:lnTo>
                  <a:pt x="15768" y="1436"/>
                </a:lnTo>
                <a:lnTo>
                  <a:pt x="15646" y="1509"/>
                </a:lnTo>
                <a:lnTo>
                  <a:pt x="15573" y="1582"/>
                </a:lnTo>
                <a:lnTo>
                  <a:pt x="15500" y="1655"/>
                </a:lnTo>
                <a:lnTo>
                  <a:pt x="15476" y="1752"/>
                </a:lnTo>
                <a:lnTo>
                  <a:pt x="15427" y="1825"/>
                </a:lnTo>
                <a:lnTo>
                  <a:pt x="15403" y="2020"/>
                </a:lnTo>
                <a:lnTo>
                  <a:pt x="15451" y="2215"/>
                </a:lnTo>
                <a:lnTo>
                  <a:pt x="15500" y="2361"/>
                </a:lnTo>
                <a:lnTo>
                  <a:pt x="15330" y="2458"/>
                </a:lnTo>
                <a:lnTo>
                  <a:pt x="15159" y="2579"/>
                </a:lnTo>
                <a:lnTo>
                  <a:pt x="14989" y="2725"/>
                </a:lnTo>
                <a:lnTo>
                  <a:pt x="14843" y="2896"/>
                </a:lnTo>
                <a:lnTo>
                  <a:pt x="14283" y="3528"/>
                </a:lnTo>
                <a:lnTo>
                  <a:pt x="13918" y="3893"/>
                </a:lnTo>
                <a:lnTo>
                  <a:pt x="13529" y="4234"/>
                </a:lnTo>
                <a:lnTo>
                  <a:pt x="13140" y="4599"/>
                </a:lnTo>
                <a:lnTo>
                  <a:pt x="12775" y="4964"/>
                </a:lnTo>
                <a:lnTo>
                  <a:pt x="12677" y="4891"/>
                </a:lnTo>
                <a:lnTo>
                  <a:pt x="12556" y="4842"/>
                </a:lnTo>
                <a:lnTo>
                  <a:pt x="12507" y="4842"/>
                </a:lnTo>
                <a:lnTo>
                  <a:pt x="12434" y="4818"/>
                </a:lnTo>
                <a:lnTo>
                  <a:pt x="12264" y="4818"/>
                </a:lnTo>
                <a:lnTo>
                  <a:pt x="12191" y="4867"/>
                </a:lnTo>
                <a:lnTo>
                  <a:pt x="12020" y="4696"/>
                </a:lnTo>
                <a:lnTo>
                  <a:pt x="11826" y="4502"/>
                </a:lnTo>
                <a:lnTo>
                  <a:pt x="11655" y="4331"/>
                </a:lnTo>
                <a:lnTo>
                  <a:pt x="11582" y="4307"/>
                </a:lnTo>
                <a:lnTo>
                  <a:pt x="11582" y="4161"/>
                </a:lnTo>
                <a:lnTo>
                  <a:pt x="11582" y="4039"/>
                </a:lnTo>
                <a:lnTo>
                  <a:pt x="11534" y="3918"/>
                </a:lnTo>
                <a:lnTo>
                  <a:pt x="11485" y="3820"/>
                </a:lnTo>
                <a:lnTo>
                  <a:pt x="11388" y="3723"/>
                </a:lnTo>
                <a:lnTo>
                  <a:pt x="11242" y="3626"/>
                </a:lnTo>
                <a:lnTo>
                  <a:pt x="11169" y="3577"/>
                </a:lnTo>
                <a:lnTo>
                  <a:pt x="11120" y="3528"/>
                </a:lnTo>
                <a:lnTo>
                  <a:pt x="11047" y="3504"/>
                </a:lnTo>
                <a:lnTo>
                  <a:pt x="10974" y="3504"/>
                </a:lnTo>
                <a:lnTo>
                  <a:pt x="10828" y="3528"/>
                </a:lnTo>
                <a:lnTo>
                  <a:pt x="10682" y="3601"/>
                </a:lnTo>
                <a:lnTo>
                  <a:pt x="10536" y="3723"/>
                </a:lnTo>
                <a:lnTo>
                  <a:pt x="10439" y="3869"/>
                </a:lnTo>
                <a:lnTo>
                  <a:pt x="10341" y="4039"/>
                </a:lnTo>
                <a:lnTo>
                  <a:pt x="10317" y="4234"/>
                </a:lnTo>
                <a:lnTo>
                  <a:pt x="10317" y="4380"/>
                </a:lnTo>
                <a:lnTo>
                  <a:pt x="10171" y="4477"/>
                </a:lnTo>
                <a:lnTo>
                  <a:pt x="10025" y="4575"/>
                </a:lnTo>
                <a:lnTo>
                  <a:pt x="9879" y="4721"/>
                </a:lnTo>
                <a:lnTo>
                  <a:pt x="9733" y="4867"/>
                </a:lnTo>
                <a:lnTo>
                  <a:pt x="9490" y="5159"/>
                </a:lnTo>
                <a:lnTo>
                  <a:pt x="9319" y="5402"/>
                </a:lnTo>
                <a:lnTo>
                  <a:pt x="8954" y="5864"/>
                </a:lnTo>
                <a:lnTo>
                  <a:pt x="8614" y="6375"/>
                </a:lnTo>
                <a:lnTo>
                  <a:pt x="8298" y="6789"/>
                </a:lnTo>
                <a:lnTo>
                  <a:pt x="8152" y="7008"/>
                </a:lnTo>
                <a:lnTo>
                  <a:pt x="8030" y="7227"/>
                </a:lnTo>
                <a:lnTo>
                  <a:pt x="7908" y="7203"/>
                </a:lnTo>
                <a:lnTo>
                  <a:pt x="7787" y="7178"/>
                </a:lnTo>
                <a:lnTo>
                  <a:pt x="7738" y="7154"/>
                </a:lnTo>
                <a:lnTo>
                  <a:pt x="7616" y="7130"/>
                </a:lnTo>
                <a:lnTo>
                  <a:pt x="7470" y="7130"/>
                </a:lnTo>
                <a:lnTo>
                  <a:pt x="7349" y="7178"/>
                </a:lnTo>
                <a:lnTo>
                  <a:pt x="7227" y="7251"/>
                </a:lnTo>
                <a:lnTo>
                  <a:pt x="7178" y="7203"/>
                </a:lnTo>
                <a:lnTo>
                  <a:pt x="6935" y="7081"/>
                </a:lnTo>
                <a:lnTo>
                  <a:pt x="6692" y="6935"/>
                </a:lnTo>
                <a:lnTo>
                  <a:pt x="6448" y="6765"/>
                </a:lnTo>
                <a:lnTo>
                  <a:pt x="6327" y="6716"/>
                </a:lnTo>
                <a:lnTo>
                  <a:pt x="6205" y="6667"/>
                </a:lnTo>
                <a:lnTo>
                  <a:pt x="6229" y="6546"/>
                </a:lnTo>
                <a:lnTo>
                  <a:pt x="6205" y="6424"/>
                </a:lnTo>
                <a:lnTo>
                  <a:pt x="6181" y="6278"/>
                </a:lnTo>
                <a:lnTo>
                  <a:pt x="6132" y="6181"/>
                </a:lnTo>
                <a:lnTo>
                  <a:pt x="6059" y="6059"/>
                </a:lnTo>
                <a:lnTo>
                  <a:pt x="5986" y="5962"/>
                </a:lnTo>
                <a:lnTo>
                  <a:pt x="5889" y="5889"/>
                </a:lnTo>
                <a:lnTo>
                  <a:pt x="5767" y="5840"/>
                </a:lnTo>
                <a:lnTo>
                  <a:pt x="5694" y="5816"/>
                </a:lnTo>
                <a:lnTo>
                  <a:pt x="5621" y="5791"/>
                </a:lnTo>
                <a:lnTo>
                  <a:pt x="5475" y="5791"/>
                </a:lnTo>
                <a:lnTo>
                  <a:pt x="5329" y="5840"/>
                </a:lnTo>
                <a:lnTo>
                  <a:pt x="5207" y="5913"/>
                </a:lnTo>
                <a:lnTo>
                  <a:pt x="5086" y="6010"/>
                </a:lnTo>
                <a:lnTo>
                  <a:pt x="4964" y="6156"/>
                </a:lnTo>
                <a:lnTo>
                  <a:pt x="4891" y="6302"/>
                </a:lnTo>
                <a:lnTo>
                  <a:pt x="4818" y="6473"/>
                </a:lnTo>
                <a:lnTo>
                  <a:pt x="4818" y="6570"/>
                </a:lnTo>
                <a:lnTo>
                  <a:pt x="4818" y="6692"/>
                </a:lnTo>
                <a:lnTo>
                  <a:pt x="4769" y="6716"/>
                </a:lnTo>
                <a:lnTo>
                  <a:pt x="3918" y="7714"/>
                </a:lnTo>
                <a:lnTo>
                  <a:pt x="3504" y="8225"/>
                </a:lnTo>
                <a:lnTo>
                  <a:pt x="3090" y="8760"/>
                </a:lnTo>
                <a:lnTo>
                  <a:pt x="2677" y="9271"/>
                </a:lnTo>
                <a:lnTo>
                  <a:pt x="2214" y="9782"/>
                </a:lnTo>
                <a:lnTo>
                  <a:pt x="2044" y="9952"/>
                </a:lnTo>
                <a:lnTo>
                  <a:pt x="1874" y="10147"/>
                </a:lnTo>
                <a:lnTo>
                  <a:pt x="1801" y="10244"/>
                </a:lnTo>
                <a:lnTo>
                  <a:pt x="1752" y="10366"/>
                </a:lnTo>
                <a:lnTo>
                  <a:pt x="1703" y="10488"/>
                </a:lnTo>
                <a:lnTo>
                  <a:pt x="1703" y="10609"/>
                </a:lnTo>
                <a:lnTo>
                  <a:pt x="1728" y="10682"/>
                </a:lnTo>
                <a:lnTo>
                  <a:pt x="1776" y="10731"/>
                </a:lnTo>
                <a:lnTo>
                  <a:pt x="1849" y="10755"/>
                </a:lnTo>
                <a:lnTo>
                  <a:pt x="1922" y="10731"/>
                </a:lnTo>
                <a:lnTo>
                  <a:pt x="2020" y="10682"/>
                </a:lnTo>
                <a:lnTo>
                  <a:pt x="2117" y="10633"/>
                </a:lnTo>
                <a:lnTo>
                  <a:pt x="2263" y="10463"/>
                </a:lnTo>
                <a:lnTo>
                  <a:pt x="2579" y="10123"/>
                </a:lnTo>
                <a:lnTo>
                  <a:pt x="2969" y="9733"/>
                </a:lnTo>
                <a:lnTo>
                  <a:pt x="3163" y="9514"/>
                </a:lnTo>
                <a:lnTo>
                  <a:pt x="3334" y="9295"/>
                </a:lnTo>
                <a:lnTo>
                  <a:pt x="3747" y="8760"/>
                </a:lnTo>
                <a:lnTo>
                  <a:pt x="4185" y="8225"/>
                </a:lnTo>
                <a:lnTo>
                  <a:pt x="4648" y="7714"/>
                </a:lnTo>
                <a:lnTo>
                  <a:pt x="5086" y="7203"/>
                </a:lnTo>
                <a:lnTo>
                  <a:pt x="5159" y="7251"/>
                </a:lnTo>
                <a:lnTo>
                  <a:pt x="5280" y="7300"/>
                </a:lnTo>
                <a:lnTo>
                  <a:pt x="5378" y="7324"/>
                </a:lnTo>
                <a:lnTo>
                  <a:pt x="5499" y="7324"/>
                </a:lnTo>
                <a:lnTo>
                  <a:pt x="5645" y="7300"/>
                </a:lnTo>
                <a:lnTo>
                  <a:pt x="5791" y="7251"/>
                </a:lnTo>
                <a:lnTo>
                  <a:pt x="5913" y="7154"/>
                </a:lnTo>
                <a:lnTo>
                  <a:pt x="6010" y="7057"/>
                </a:lnTo>
                <a:lnTo>
                  <a:pt x="6205" y="7178"/>
                </a:lnTo>
                <a:lnTo>
                  <a:pt x="6400" y="7300"/>
                </a:lnTo>
                <a:lnTo>
                  <a:pt x="6716" y="7519"/>
                </a:lnTo>
                <a:lnTo>
                  <a:pt x="6862" y="7616"/>
                </a:lnTo>
                <a:lnTo>
                  <a:pt x="7032" y="7689"/>
                </a:lnTo>
                <a:lnTo>
                  <a:pt x="7057" y="7811"/>
                </a:lnTo>
                <a:lnTo>
                  <a:pt x="7105" y="7933"/>
                </a:lnTo>
                <a:lnTo>
                  <a:pt x="7154" y="8030"/>
                </a:lnTo>
                <a:lnTo>
                  <a:pt x="7227" y="8127"/>
                </a:lnTo>
                <a:lnTo>
                  <a:pt x="7324" y="8176"/>
                </a:lnTo>
                <a:lnTo>
                  <a:pt x="7397" y="8225"/>
                </a:lnTo>
                <a:lnTo>
                  <a:pt x="7495" y="8273"/>
                </a:lnTo>
                <a:lnTo>
                  <a:pt x="7714" y="8273"/>
                </a:lnTo>
                <a:lnTo>
                  <a:pt x="7835" y="8225"/>
                </a:lnTo>
                <a:lnTo>
                  <a:pt x="8006" y="8127"/>
                </a:lnTo>
                <a:lnTo>
                  <a:pt x="8152" y="8006"/>
                </a:lnTo>
                <a:lnTo>
                  <a:pt x="8225" y="7908"/>
                </a:lnTo>
                <a:lnTo>
                  <a:pt x="8273" y="7835"/>
                </a:lnTo>
                <a:lnTo>
                  <a:pt x="8298" y="7738"/>
                </a:lnTo>
                <a:lnTo>
                  <a:pt x="8322" y="7641"/>
                </a:lnTo>
                <a:lnTo>
                  <a:pt x="8322" y="7543"/>
                </a:lnTo>
                <a:lnTo>
                  <a:pt x="8298" y="7470"/>
                </a:lnTo>
                <a:lnTo>
                  <a:pt x="8468" y="7300"/>
                </a:lnTo>
                <a:lnTo>
                  <a:pt x="8614" y="7130"/>
                </a:lnTo>
                <a:lnTo>
                  <a:pt x="8906" y="6740"/>
                </a:lnTo>
                <a:lnTo>
                  <a:pt x="9173" y="6327"/>
                </a:lnTo>
                <a:lnTo>
                  <a:pt x="9417" y="5962"/>
                </a:lnTo>
                <a:lnTo>
                  <a:pt x="9782" y="5499"/>
                </a:lnTo>
                <a:lnTo>
                  <a:pt x="10195" y="5086"/>
                </a:lnTo>
                <a:lnTo>
                  <a:pt x="10268" y="5013"/>
                </a:lnTo>
                <a:lnTo>
                  <a:pt x="10366" y="4940"/>
                </a:lnTo>
                <a:lnTo>
                  <a:pt x="10585" y="4818"/>
                </a:lnTo>
                <a:lnTo>
                  <a:pt x="10706" y="4891"/>
                </a:lnTo>
                <a:lnTo>
                  <a:pt x="10828" y="4915"/>
                </a:lnTo>
                <a:lnTo>
                  <a:pt x="10950" y="4940"/>
                </a:lnTo>
                <a:lnTo>
                  <a:pt x="11096" y="4915"/>
                </a:lnTo>
                <a:lnTo>
                  <a:pt x="11193" y="4867"/>
                </a:lnTo>
                <a:lnTo>
                  <a:pt x="11266" y="4794"/>
                </a:lnTo>
                <a:lnTo>
                  <a:pt x="11363" y="4721"/>
                </a:lnTo>
                <a:lnTo>
                  <a:pt x="11436" y="4648"/>
                </a:lnTo>
                <a:lnTo>
                  <a:pt x="11704" y="4964"/>
                </a:lnTo>
                <a:lnTo>
                  <a:pt x="11874" y="5183"/>
                </a:lnTo>
                <a:lnTo>
                  <a:pt x="11801" y="5305"/>
                </a:lnTo>
                <a:lnTo>
                  <a:pt x="11777" y="5426"/>
                </a:lnTo>
                <a:lnTo>
                  <a:pt x="11753" y="5548"/>
                </a:lnTo>
                <a:lnTo>
                  <a:pt x="11777" y="5694"/>
                </a:lnTo>
                <a:lnTo>
                  <a:pt x="11826" y="5816"/>
                </a:lnTo>
                <a:lnTo>
                  <a:pt x="11899" y="5913"/>
                </a:lnTo>
                <a:lnTo>
                  <a:pt x="12020" y="6010"/>
                </a:lnTo>
                <a:lnTo>
                  <a:pt x="12142" y="6059"/>
                </a:lnTo>
                <a:lnTo>
                  <a:pt x="12264" y="6108"/>
                </a:lnTo>
                <a:lnTo>
                  <a:pt x="12410" y="6108"/>
                </a:lnTo>
                <a:lnTo>
                  <a:pt x="12531" y="6083"/>
                </a:lnTo>
                <a:lnTo>
                  <a:pt x="12653" y="6035"/>
                </a:lnTo>
                <a:lnTo>
                  <a:pt x="12726" y="5986"/>
                </a:lnTo>
                <a:lnTo>
                  <a:pt x="12799" y="5913"/>
                </a:lnTo>
                <a:lnTo>
                  <a:pt x="12872" y="5840"/>
                </a:lnTo>
                <a:lnTo>
                  <a:pt x="12921" y="5743"/>
                </a:lnTo>
                <a:lnTo>
                  <a:pt x="12969" y="5548"/>
                </a:lnTo>
                <a:lnTo>
                  <a:pt x="12969" y="5329"/>
                </a:lnTo>
                <a:lnTo>
                  <a:pt x="12969" y="5280"/>
                </a:lnTo>
                <a:lnTo>
                  <a:pt x="13042" y="5256"/>
                </a:lnTo>
                <a:lnTo>
                  <a:pt x="13383" y="4915"/>
                </a:lnTo>
                <a:lnTo>
                  <a:pt x="13748" y="4575"/>
                </a:lnTo>
                <a:lnTo>
                  <a:pt x="14454" y="3942"/>
                </a:lnTo>
                <a:lnTo>
                  <a:pt x="15111" y="3309"/>
                </a:lnTo>
                <a:lnTo>
                  <a:pt x="15768" y="2677"/>
                </a:lnTo>
                <a:lnTo>
                  <a:pt x="15792" y="2652"/>
                </a:lnTo>
                <a:lnTo>
                  <a:pt x="15914" y="2701"/>
                </a:lnTo>
                <a:lnTo>
                  <a:pt x="16157" y="2701"/>
                </a:lnTo>
                <a:lnTo>
                  <a:pt x="16279" y="2652"/>
                </a:lnTo>
                <a:lnTo>
                  <a:pt x="16376" y="2579"/>
                </a:lnTo>
                <a:lnTo>
                  <a:pt x="16449" y="2506"/>
                </a:lnTo>
                <a:lnTo>
                  <a:pt x="16522" y="2409"/>
                </a:lnTo>
                <a:lnTo>
                  <a:pt x="16595" y="2312"/>
                </a:lnTo>
                <a:lnTo>
                  <a:pt x="16643" y="2215"/>
                </a:lnTo>
                <a:lnTo>
                  <a:pt x="16668" y="2093"/>
                </a:lnTo>
                <a:lnTo>
                  <a:pt x="16692" y="1996"/>
                </a:lnTo>
                <a:lnTo>
                  <a:pt x="16692" y="1874"/>
                </a:lnTo>
                <a:lnTo>
                  <a:pt x="16668" y="1777"/>
                </a:lnTo>
                <a:lnTo>
                  <a:pt x="16643" y="1679"/>
                </a:lnTo>
                <a:lnTo>
                  <a:pt x="16570" y="1606"/>
                </a:lnTo>
                <a:lnTo>
                  <a:pt x="16522" y="1533"/>
                </a:lnTo>
                <a:lnTo>
                  <a:pt x="16424" y="1460"/>
                </a:lnTo>
                <a:lnTo>
                  <a:pt x="16352" y="1436"/>
                </a:lnTo>
                <a:lnTo>
                  <a:pt x="16254" y="1412"/>
                </a:lnTo>
                <a:lnTo>
                  <a:pt x="16157" y="1387"/>
                </a:lnTo>
                <a:lnTo>
                  <a:pt x="16011" y="1363"/>
                </a:lnTo>
                <a:close/>
                <a:moveTo>
                  <a:pt x="195" y="0"/>
                </a:moveTo>
                <a:lnTo>
                  <a:pt x="146" y="49"/>
                </a:lnTo>
                <a:lnTo>
                  <a:pt x="98" y="73"/>
                </a:lnTo>
                <a:lnTo>
                  <a:pt x="49" y="195"/>
                </a:lnTo>
                <a:lnTo>
                  <a:pt x="0" y="317"/>
                </a:lnTo>
                <a:lnTo>
                  <a:pt x="0" y="438"/>
                </a:lnTo>
                <a:lnTo>
                  <a:pt x="0" y="584"/>
                </a:lnTo>
                <a:lnTo>
                  <a:pt x="25" y="876"/>
                </a:lnTo>
                <a:lnTo>
                  <a:pt x="49" y="1120"/>
                </a:lnTo>
                <a:lnTo>
                  <a:pt x="49" y="1947"/>
                </a:lnTo>
                <a:lnTo>
                  <a:pt x="25" y="2774"/>
                </a:lnTo>
                <a:lnTo>
                  <a:pt x="49" y="3601"/>
                </a:lnTo>
                <a:lnTo>
                  <a:pt x="25" y="4429"/>
                </a:lnTo>
                <a:lnTo>
                  <a:pt x="0" y="6108"/>
                </a:lnTo>
                <a:lnTo>
                  <a:pt x="0" y="6984"/>
                </a:lnTo>
                <a:lnTo>
                  <a:pt x="0" y="7860"/>
                </a:lnTo>
                <a:lnTo>
                  <a:pt x="73" y="9587"/>
                </a:lnTo>
                <a:lnTo>
                  <a:pt x="146" y="11315"/>
                </a:lnTo>
                <a:lnTo>
                  <a:pt x="171" y="12191"/>
                </a:lnTo>
                <a:lnTo>
                  <a:pt x="171" y="13067"/>
                </a:lnTo>
                <a:lnTo>
                  <a:pt x="195" y="13188"/>
                </a:lnTo>
                <a:lnTo>
                  <a:pt x="268" y="13261"/>
                </a:lnTo>
                <a:lnTo>
                  <a:pt x="317" y="13310"/>
                </a:lnTo>
                <a:lnTo>
                  <a:pt x="390" y="13310"/>
                </a:lnTo>
                <a:lnTo>
                  <a:pt x="900" y="13383"/>
                </a:lnTo>
                <a:lnTo>
                  <a:pt x="1898" y="13383"/>
                </a:lnTo>
                <a:lnTo>
                  <a:pt x="2409" y="13334"/>
                </a:lnTo>
                <a:lnTo>
                  <a:pt x="3431" y="13261"/>
                </a:lnTo>
                <a:lnTo>
                  <a:pt x="3942" y="13213"/>
                </a:lnTo>
                <a:lnTo>
                  <a:pt x="4453" y="13188"/>
                </a:lnTo>
                <a:lnTo>
                  <a:pt x="10025" y="13188"/>
                </a:lnTo>
                <a:lnTo>
                  <a:pt x="11169" y="13164"/>
                </a:lnTo>
                <a:lnTo>
                  <a:pt x="13432" y="13091"/>
                </a:lnTo>
                <a:lnTo>
                  <a:pt x="14575" y="13067"/>
                </a:lnTo>
                <a:lnTo>
                  <a:pt x="16741" y="13067"/>
                </a:lnTo>
                <a:lnTo>
                  <a:pt x="17276" y="13091"/>
                </a:lnTo>
                <a:lnTo>
                  <a:pt x="17544" y="13140"/>
                </a:lnTo>
                <a:lnTo>
                  <a:pt x="17811" y="13164"/>
                </a:lnTo>
                <a:lnTo>
                  <a:pt x="17933" y="13164"/>
                </a:lnTo>
                <a:lnTo>
                  <a:pt x="18030" y="13115"/>
                </a:lnTo>
                <a:lnTo>
                  <a:pt x="18103" y="13042"/>
                </a:lnTo>
                <a:lnTo>
                  <a:pt x="18152" y="12945"/>
                </a:lnTo>
                <a:lnTo>
                  <a:pt x="18152" y="12848"/>
                </a:lnTo>
                <a:lnTo>
                  <a:pt x="18128" y="12750"/>
                </a:lnTo>
                <a:lnTo>
                  <a:pt x="18055" y="12677"/>
                </a:lnTo>
                <a:lnTo>
                  <a:pt x="17957" y="12629"/>
                </a:lnTo>
                <a:lnTo>
                  <a:pt x="17495" y="12556"/>
                </a:lnTo>
                <a:lnTo>
                  <a:pt x="17008" y="12531"/>
                </a:lnTo>
                <a:lnTo>
                  <a:pt x="16084" y="12507"/>
                </a:lnTo>
                <a:lnTo>
                  <a:pt x="14940" y="12483"/>
                </a:lnTo>
                <a:lnTo>
                  <a:pt x="13821" y="12507"/>
                </a:lnTo>
                <a:lnTo>
                  <a:pt x="11534" y="12580"/>
                </a:lnTo>
                <a:lnTo>
                  <a:pt x="10414" y="12604"/>
                </a:lnTo>
                <a:lnTo>
                  <a:pt x="9271" y="12629"/>
                </a:lnTo>
                <a:lnTo>
                  <a:pt x="7032" y="12604"/>
                </a:lnTo>
                <a:lnTo>
                  <a:pt x="5913" y="12604"/>
                </a:lnTo>
                <a:lnTo>
                  <a:pt x="4818" y="12629"/>
                </a:lnTo>
                <a:lnTo>
                  <a:pt x="3796" y="12677"/>
                </a:lnTo>
                <a:lnTo>
                  <a:pt x="2774" y="12726"/>
                </a:lnTo>
                <a:lnTo>
                  <a:pt x="1752" y="12799"/>
                </a:lnTo>
                <a:lnTo>
                  <a:pt x="730" y="12848"/>
                </a:lnTo>
                <a:lnTo>
                  <a:pt x="681" y="11169"/>
                </a:lnTo>
                <a:lnTo>
                  <a:pt x="608" y="9490"/>
                </a:lnTo>
                <a:lnTo>
                  <a:pt x="535" y="7787"/>
                </a:lnTo>
                <a:lnTo>
                  <a:pt x="535" y="6959"/>
                </a:lnTo>
                <a:lnTo>
                  <a:pt x="535" y="6108"/>
                </a:lnTo>
                <a:lnTo>
                  <a:pt x="560" y="4356"/>
                </a:lnTo>
                <a:lnTo>
                  <a:pt x="560" y="2579"/>
                </a:lnTo>
                <a:lnTo>
                  <a:pt x="560" y="1752"/>
                </a:lnTo>
                <a:lnTo>
                  <a:pt x="584" y="1363"/>
                </a:lnTo>
                <a:lnTo>
                  <a:pt x="584" y="949"/>
                </a:lnTo>
                <a:lnTo>
                  <a:pt x="560" y="706"/>
                </a:lnTo>
                <a:lnTo>
                  <a:pt x="535" y="438"/>
                </a:lnTo>
                <a:lnTo>
                  <a:pt x="511" y="317"/>
                </a:lnTo>
                <a:lnTo>
                  <a:pt x="463" y="219"/>
                </a:lnTo>
                <a:lnTo>
                  <a:pt x="390" y="98"/>
                </a:lnTo>
                <a:lnTo>
                  <a:pt x="317" y="25"/>
                </a:lnTo>
                <a:lnTo>
                  <a:pt x="244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D9EEB"/>
              </a:solidFill>
            </a:endParaRPr>
          </a:p>
        </p:txBody>
      </p:sp>
      <p:sp>
        <p:nvSpPr>
          <p:cNvPr id="548" name="Google Shape;548;p14"/>
          <p:cNvSpPr/>
          <p:nvPr/>
        </p:nvSpPr>
        <p:spPr>
          <a:xfrm>
            <a:off x="5219399" y="3167267"/>
            <a:ext cx="914396" cy="1128873"/>
          </a:xfrm>
          <a:custGeom>
            <a:avLst/>
            <a:gdLst/>
            <a:ahLst/>
            <a:cxnLst/>
            <a:rect l="l" t="t" r="r" b="b"/>
            <a:pathLst>
              <a:path w="16863" h="20878" extrusionOk="0">
                <a:moveTo>
                  <a:pt x="974" y="1801"/>
                </a:moveTo>
                <a:lnTo>
                  <a:pt x="1144" y="1825"/>
                </a:lnTo>
                <a:lnTo>
                  <a:pt x="1314" y="1874"/>
                </a:lnTo>
                <a:lnTo>
                  <a:pt x="1436" y="1874"/>
                </a:lnTo>
                <a:lnTo>
                  <a:pt x="1460" y="2093"/>
                </a:lnTo>
                <a:lnTo>
                  <a:pt x="1485" y="2774"/>
                </a:lnTo>
                <a:lnTo>
                  <a:pt x="1387" y="2750"/>
                </a:lnTo>
                <a:lnTo>
                  <a:pt x="1314" y="2774"/>
                </a:lnTo>
                <a:lnTo>
                  <a:pt x="1241" y="2798"/>
                </a:lnTo>
                <a:lnTo>
                  <a:pt x="901" y="3042"/>
                </a:lnTo>
                <a:lnTo>
                  <a:pt x="560" y="3309"/>
                </a:lnTo>
                <a:lnTo>
                  <a:pt x="511" y="3358"/>
                </a:lnTo>
                <a:lnTo>
                  <a:pt x="511" y="2847"/>
                </a:lnTo>
                <a:lnTo>
                  <a:pt x="536" y="2823"/>
                </a:lnTo>
                <a:lnTo>
                  <a:pt x="706" y="2725"/>
                </a:lnTo>
                <a:lnTo>
                  <a:pt x="852" y="2604"/>
                </a:lnTo>
                <a:lnTo>
                  <a:pt x="1193" y="2409"/>
                </a:lnTo>
                <a:lnTo>
                  <a:pt x="1290" y="2360"/>
                </a:lnTo>
                <a:lnTo>
                  <a:pt x="1339" y="2287"/>
                </a:lnTo>
                <a:lnTo>
                  <a:pt x="1436" y="2117"/>
                </a:lnTo>
                <a:lnTo>
                  <a:pt x="1460" y="2093"/>
                </a:lnTo>
                <a:lnTo>
                  <a:pt x="1436" y="2044"/>
                </a:lnTo>
                <a:lnTo>
                  <a:pt x="1412" y="2020"/>
                </a:lnTo>
                <a:lnTo>
                  <a:pt x="1290" y="1995"/>
                </a:lnTo>
                <a:lnTo>
                  <a:pt x="1168" y="1995"/>
                </a:lnTo>
                <a:lnTo>
                  <a:pt x="998" y="2068"/>
                </a:lnTo>
                <a:lnTo>
                  <a:pt x="828" y="2166"/>
                </a:lnTo>
                <a:lnTo>
                  <a:pt x="657" y="2287"/>
                </a:lnTo>
                <a:lnTo>
                  <a:pt x="487" y="2409"/>
                </a:lnTo>
                <a:lnTo>
                  <a:pt x="487" y="2093"/>
                </a:lnTo>
                <a:lnTo>
                  <a:pt x="438" y="1801"/>
                </a:lnTo>
                <a:lnTo>
                  <a:pt x="609" y="1825"/>
                </a:lnTo>
                <a:lnTo>
                  <a:pt x="974" y="1801"/>
                </a:lnTo>
                <a:close/>
                <a:moveTo>
                  <a:pt x="13237" y="803"/>
                </a:moveTo>
                <a:lnTo>
                  <a:pt x="13383" y="949"/>
                </a:lnTo>
                <a:lnTo>
                  <a:pt x="13651" y="1192"/>
                </a:lnTo>
                <a:lnTo>
                  <a:pt x="13943" y="1436"/>
                </a:lnTo>
                <a:lnTo>
                  <a:pt x="14210" y="1655"/>
                </a:lnTo>
                <a:lnTo>
                  <a:pt x="14454" y="1922"/>
                </a:lnTo>
                <a:lnTo>
                  <a:pt x="14697" y="2214"/>
                </a:lnTo>
                <a:lnTo>
                  <a:pt x="14965" y="2482"/>
                </a:lnTo>
                <a:lnTo>
                  <a:pt x="15500" y="3017"/>
                </a:lnTo>
                <a:lnTo>
                  <a:pt x="15646" y="3188"/>
                </a:lnTo>
                <a:lnTo>
                  <a:pt x="15792" y="3382"/>
                </a:lnTo>
                <a:lnTo>
                  <a:pt x="15938" y="3577"/>
                </a:lnTo>
                <a:lnTo>
                  <a:pt x="16084" y="3772"/>
                </a:lnTo>
                <a:lnTo>
                  <a:pt x="15743" y="3796"/>
                </a:lnTo>
                <a:lnTo>
                  <a:pt x="15403" y="3820"/>
                </a:lnTo>
                <a:lnTo>
                  <a:pt x="14697" y="3820"/>
                </a:lnTo>
                <a:lnTo>
                  <a:pt x="14016" y="3796"/>
                </a:lnTo>
                <a:lnTo>
                  <a:pt x="13651" y="3772"/>
                </a:lnTo>
                <a:lnTo>
                  <a:pt x="13310" y="3820"/>
                </a:lnTo>
                <a:lnTo>
                  <a:pt x="13261" y="3042"/>
                </a:lnTo>
                <a:lnTo>
                  <a:pt x="13188" y="2239"/>
                </a:lnTo>
                <a:lnTo>
                  <a:pt x="13188" y="1874"/>
                </a:lnTo>
                <a:lnTo>
                  <a:pt x="13188" y="1533"/>
                </a:lnTo>
                <a:lnTo>
                  <a:pt x="13237" y="803"/>
                </a:lnTo>
                <a:close/>
                <a:moveTo>
                  <a:pt x="1509" y="3163"/>
                </a:moveTo>
                <a:lnTo>
                  <a:pt x="1533" y="3455"/>
                </a:lnTo>
                <a:lnTo>
                  <a:pt x="1363" y="3553"/>
                </a:lnTo>
                <a:lnTo>
                  <a:pt x="1193" y="3650"/>
                </a:lnTo>
                <a:lnTo>
                  <a:pt x="901" y="3918"/>
                </a:lnTo>
                <a:lnTo>
                  <a:pt x="706" y="4064"/>
                </a:lnTo>
                <a:lnTo>
                  <a:pt x="511" y="4210"/>
                </a:lnTo>
                <a:lnTo>
                  <a:pt x="511" y="3845"/>
                </a:lnTo>
                <a:lnTo>
                  <a:pt x="511" y="3747"/>
                </a:lnTo>
                <a:lnTo>
                  <a:pt x="657" y="3699"/>
                </a:lnTo>
                <a:lnTo>
                  <a:pt x="803" y="3626"/>
                </a:lnTo>
                <a:lnTo>
                  <a:pt x="1047" y="3455"/>
                </a:lnTo>
                <a:lnTo>
                  <a:pt x="1387" y="3236"/>
                </a:lnTo>
                <a:lnTo>
                  <a:pt x="1509" y="3163"/>
                </a:lnTo>
                <a:close/>
                <a:moveTo>
                  <a:pt x="1533" y="3942"/>
                </a:moveTo>
                <a:lnTo>
                  <a:pt x="1533" y="4404"/>
                </a:lnTo>
                <a:lnTo>
                  <a:pt x="1533" y="4526"/>
                </a:lnTo>
                <a:lnTo>
                  <a:pt x="1168" y="4745"/>
                </a:lnTo>
                <a:lnTo>
                  <a:pt x="828" y="4988"/>
                </a:lnTo>
                <a:lnTo>
                  <a:pt x="657" y="5086"/>
                </a:lnTo>
                <a:lnTo>
                  <a:pt x="511" y="5232"/>
                </a:lnTo>
                <a:lnTo>
                  <a:pt x="511" y="4648"/>
                </a:lnTo>
                <a:lnTo>
                  <a:pt x="657" y="4575"/>
                </a:lnTo>
                <a:lnTo>
                  <a:pt x="803" y="4477"/>
                </a:lnTo>
                <a:lnTo>
                  <a:pt x="1095" y="4258"/>
                </a:lnTo>
                <a:lnTo>
                  <a:pt x="1533" y="3942"/>
                </a:lnTo>
                <a:close/>
                <a:moveTo>
                  <a:pt x="1509" y="4964"/>
                </a:moveTo>
                <a:lnTo>
                  <a:pt x="1485" y="5378"/>
                </a:lnTo>
                <a:lnTo>
                  <a:pt x="1363" y="5451"/>
                </a:lnTo>
                <a:lnTo>
                  <a:pt x="1217" y="5548"/>
                </a:lnTo>
                <a:lnTo>
                  <a:pt x="998" y="5767"/>
                </a:lnTo>
                <a:lnTo>
                  <a:pt x="730" y="5986"/>
                </a:lnTo>
                <a:lnTo>
                  <a:pt x="609" y="6108"/>
                </a:lnTo>
                <a:lnTo>
                  <a:pt x="487" y="6254"/>
                </a:lnTo>
                <a:lnTo>
                  <a:pt x="487" y="5499"/>
                </a:lnTo>
                <a:lnTo>
                  <a:pt x="633" y="5475"/>
                </a:lnTo>
                <a:lnTo>
                  <a:pt x="755" y="5426"/>
                </a:lnTo>
                <a:lnTo>
                  <a:pt x="998" y="5256"/>
                </a:lnTo>
                <a:lnTo>
                  <a:pt x="1509" y="4964"/>
                </a:lnTo>
                <a:close/>
                <a:moveTo>
                  <a:pt x="1460" y="5889"/>
                </a:moveTo>
                <a:lnTo>
                  <a:pt x="1436" y="6473"/>
                </a:lnTo>
                <a:lnTo>
                  <a:pt x="1363" y="6448"/>
                </a:lnTo>
                <a:lnTo>
                  <a:pt x="1266" y="6448"/>
                </a:lnTo>
                <a:lnTo>
                  <a:pt x="1168" y="6473"/>
                </a:lnTo>
                <a:lnTo>
                  <a:pt x="998" y="6594"/>
                </a:lnTo>
                <a:lnTo>
                  <a:pt x="852" y="6716"/>
                </a:lnTo>
                <a:lnTo>
                  <a:pt x="730" y="6862"/>
                </a:lnTo>
                <a:lnTo>
                  <a:pt x="511" y="7105"/>
                </a:lnTo>
                <a:lnTo>
                  <a:pt x="487" y="6448"/>
                </a:lnTo>
                <a:lnTo>
                  <a:pt x="511" y="6448"/>
                </a:lnTo>
                <a:lnTo>
                  <a:pt x="682" y="6424"/>
                </a:lnTo>
                <a:lnTo>
                  <a:pt x="828" y="6351"/>
                </a:lnTo>
                <a:lnTo>
                  <a:pt x="974" y="6254"/>
                </a:lnTo>
                <a:lnTo>
                  <a:pt x="1095" y="6156"/>
                </a:lnTo>
                <a:lnTo>
                  <a:pt x="1460" y="5889"/>
                </a:lnTo>
                <a:close/>
                <a:moveTo>
                  <a:pt x="6984" y="6205"/>
                </a:moveTo>
                <a:lnTo>
                  <a:pt x="6935" y="6229"/>
                </a:lnTo>
                <a:lnTo>
                  <a:pt x="6862" y="6278"/>
                </a:lnTo>
                <a:lnTo>
                  <a:pt x="6716" y="6424"/>
                </a:lnTo>
                <a:lnTo>
                  <a:pt x="6546" y="6594"/>
                </a:lnTo>
                <a:lnTo>
                  <a:pt x="6327" y="6740"/>
                </a:lnTo>
                <a:lnTo>
                  <a:pt x="6108" y="6862"/>
                </a:lnTo>
                <a:lnTo>
                  <a:pt x="5986" y="6911"/>
                </a:lnTo>
                <a:lnTo>
                  <a:pt x="5889" y="6935"/>
                </a:lnTo>
                <a:lnTo>
                  <a:pt x="5767" y="6935"/>
                </a:lnTo>
                <a:lnTo>
                  <a:pt x="5670" y="6911"/>
                </a:lnTo>
                <a:lnTo>
                  <a:pt x="5572" y="6886"/>
                </a:lnTo>
                <a:lnTo>
                  <a:pt x="5499" y="6838"/>
                </a:lnTo>
                <a:lnTo>
                  <a:pt x="5426" y="6740"/>
                </a:lnTo>
                <a:lnTo>
                  <a:pt x="5353" y="6619"/>
                </a:lnTo>
                <a:lnTo>
                  <a:pt x="5305" y="6546"/>
                </a:lnTo>
                <a:lnTo>
                  <a:pt x="5232" y="6521"/>
                </a:lnTo>
                <a:lnTo>
                  <a:pt x="5134" y="6521"/>
                </a:lnTo>
                <a:lnTo>
                  <a:pt x="5061" y="6546"/>
                </a:lnTo>
                <a:lnTo>
                  <a:pt x="4794" y="6716"/>
                </a:lnTo>
                <a:lnTo>
                  <a:pt x="4599" y="6813"/>
                </a:lnTo>
                <a:lnTo>
                  <a:pt x="4429" y="6911"/>
                </a:lnTo>
                <a:lnTo>
                  <a:pt x="4283" y="6959"/>
                </a:lnTo>
                <a:lnTo>
                  <a:pt x="4210" y="6959"/>
                </a:lnTo>
                <a:lnTo>
                  <a:pt x="4137" y="6935"/>
                </a:lnTo>
                <a:lnTo>
                  <a:pt x="4088" y="6911"/>
                </a:lnTo>
                <a:lnTo>
                  <a:pt x="4064" y="6838"/>
                </a:lnTo>
                <a:lnTo>
                  <a:pt x="4039" y="6765"/>
                </a:lnTo>
                <a:lnTo>
                  <a:pt x="4039" y="6667"/>
                </a:lnTo>
                <a:lnTo>
                  <a:pt x="4039" y="6619"/>
                </a:lnTo>
                <a:lnTo>
                  <a:pt x="4015" y="6594"/>
                </a:lnTo>
                <a:lnTo>
                  <a:pt x="3966" y="6570"/>
                </a:lnTo>
                <a:lnTo>
                  <a:pt x="3893" y="6570"/>
                </a:lnTo>
                <a:lnTo>
                  <a:pt x="3845" y="6643"/>
                </a:lnTo>
                <a:lnTo>
                  <a:pt x="3796" y="6862"/>
                </a:lnTo>
                <a:lnTo>
                  <a:pt x="3772" y="6959"/>
                </a:lnTo>
                <a:lnTo>
                  <a:pt x="3772" y="7057"/>
                </a:lnTo>
                <a:lnTo>
                  <a:pt x="3796" y="7154"/>
                </a:lnTo>
                <a:lnTo>
                  <a:pt x="3845" y="7251"/>
                </a:lnTo>
                <a:lnTo>
                  <a:pt x="3942" y="7300"/>
                </a:lnTo>
                <a:lnTo>
                  <a:pt x="4064" y="7349"/>
                </a:lnTo>
                <a:lnTo>
                  <a:pt x="4331" y="7349"/>
                </a:lnTo>
                <a:lnTo>
                  <a:pt x="4453" y="7324"/>
                </a:lnTo>
                <a:lnTo>
                  <a:pt x="4599" y="7276"/>
                </a:lnTo>
                <a:lnTo>
                  <a:pt x="4842" y="7154"/>
                </a:lnTo>
                <a:lnTo>
                  <a:pt x="5086" y="7008"/>
                </a:lnTo>
                <a:lnTo>
                  <a:pt x="5183" y="7130"/>
                </a:lnTo>
                <a:lnTo>
                  <a:pt x="5280" y="7203"/>
                </a:lnTo>
                <a:lnTo>
                  <a:pt x="5378" y="7276"/>
                </a:lnTo>
                <a:lnTo>
                  <a:pt x="5499" y="7324"/>
                </a:lnTo>
                <a:lnTo>
                  <a:pt x="5597" y="7349"/>
                </a:lnTo>
                <a:lnTo>
                  <a:pt x="5718" y="7349"/>
                </a:lnTo>
                <a:lnTo>
                  <a:pt x="5962" y="7324"/>
                </a:lnTo>
                <a:lnTo>
                  <a:pt x="6229" y="7251"/>
                </a:lnTo>
                <a:lnTo>
                  <a:pt x="6473" y="7130"/>
                </a:lnTo>
                <a:lnTo>
                  <a:pt x="6716" y="6984"/>
                </a:lnTo>
                <a:lnTo>
                  <a:pt x="6935" y="6813"/>
                </a:lnTo>
                <a:lnTo>
                  <a:pt x="7057" y="6959"/>
                </a:lnTo>
                <a:lnTo>
                  <a:pt x="7203" y="7081"/>
                </a:lnTo>
                <a:lnTo>
                  <a:pt x="7373" y="7154"/>
                </a:lnTo>
                <a:lnTo>
                  <a:pt x="7568" y="7203"/>
                </a:lnTo>
                <a:lnTo>
                  <a:pt x="7714" y="7227"/>
                </a:lnTo>
                <a:lnTo>
                  <a:pt x="7981" y="7227"/>
                </a:lnTo>
                <a:lnTo>
                  <a:pt x="8103" y="7178"/>
                </a:lnTo>
                <a:lnTo>
                  <a:pt x="8225" y="7130"/>
                </a:lnTo>
                <a:lnTo>
                  <a:pt x="8322" y="7057"/>
                </a:lnTo>
                <a:lnTo>
                  <a:pt x="8541" y="6911"/>
                </a:lnTo>
                <a:lnTo>
                  <a:pt x="8663" y="7057"/>
                </a:lnTo>
                <a:lnTo>
                  <a:pt x="8833" y="7154"/>
                </a:lnTo>
                <a:lnTo>
                  <a:pt x="9028" y="7203"/>
                </a:lnTo>
                <a:lnTo>
                  <a:pt x="9222" y="7227"/>
                </a:lnTo>
                <a:lnTo>
                  <a:pt x="9441" y="7203"/>
                </a:lnTo>
                <a:lnTo>
                  <a:pt x="9636" y="7154"/>
                </a:lnTo>
                <a:lnTo>
                  <a:pt x="9830" y="7057"/>
                </a:lnTo>
                <a:lnTo>
                  <a:pt x="10001" y="6935"/>
                </a:lnTo>
                <a:lnTo>
                  <a:pt x="10171" y="7057"/>
                </a:lnTo>
                <a:lnTo>
                  <a:pt x="10341" y="7154"/>
                </a:lnTo>
                <a:lnTo>
                  <a:pt x="10512" y="7227"/>
                </a:lnTo>
                <a:lnTo>
                  <a:pt x="10706" y="7276"/>
                </a:lnTo>
                <a:lnTo>
                  <a:pt x="10877" y="7276"/>
                </a:lnTo>
                <a:lnTo>
                  <a:pt x="11047" y="7251"/>
                </a:lnTo>
                <a:lnTo>
                  <a:pt x="11193" y="7203"/>
                </a:lnTo>
                <a:lnTo>
                  <a:pt x="11339" y="7105"/>
                </a:lnTo>
                <a:lnTo>
                  <a:pt x="11436" y="7203"/>
                </a:lnTo>
                <a:lnTo>
                  <a:pt x="11534" y="7276"/>
                </a:lnTo>
                <a:lnTo>
                  <a:pt x="11655" y="7349"/>
                </a:lnTo>
                <a:lnTo>
                  <a:pt x="11777" y="7397"/>
                </a:lnTo>
                <a:lnTo>
                  <a:pt x="11899" y="7422"/>
                </a:lnTo>
                <a:lnTo>
                  <a:pt x="12020" y="7422"/>
                </a:lnTo>
                <a:lnTo>
                  <a:pt x="12142" y="7397"/>
                </a:lnTo>
                <a:lnTo>
                  <a:pt x="12239" y="7349"/>
                </a:lnTo>
                <a:lnTo>
                  <a:pt x="12337" y="7300"/>
                </a:lnTo>
                <a:lnTo>
                  <a:pt x="12434" y="7203"/>
                </a:lnTo>
                <a:lnTo>
                  <a:pt x="12604" y="7032"/>
                </a:lnTo>
                <a:lnTo>
                  <a:pt x="12848" y="7178"/>
                </a:lnTo>
                <a:lnTo>
                  <a:pt x="12969" y="7251"/>
                </a:lnTo>
                <a:lnTo>
                  <a:pt x="13091" y="7300"/>
                </a:lnTo>
                <a:lnTo>
                  <a:pt x="13213" y="7324"/>
                </a:lnTo>
                <a:lnTo>
                  <a:pt x="13334" y="7324"/>
                </a:lnTo>
                <a:lnTo>
                  <a:pt x="13432" y="7300"/>
                </a:lnTo>
                <a:lnTo>
                  <a:pt x="13529" y="7227"/>
                </a:lnTo>
                <a:lnTo>
                  <a:pt x="13651" y="7324"/>
                </a:lnTo>
                <a:lnTo>
                  <a:pt x="13797" y="7373"/>
                </a:lnTo>
                <a:lnTo>
                  <a:pt x="13967" y="7397"/>
                </a:lnTo>
                <a:lnTo>
                  <a:pt x="14113" y="7373"/>
                </a:lnTo>
                <a:lnTo>
                  <a:pt x="14259" y="7349"/>
                </a:lnTo>
                <a:lnTo>
                  <a:pt x="14405" y="7251"/>
                </a:lnTo>
                <a:lnTo>
                  <a:pt x="14502" y="7154"/>
                </a:lnTo>
                <a:lnTo>
                  <a:pt x="14575" y="7008"/>
                </a:lnTo>
                <a:lnTo>
                  <a:pt x="14575" y="6959"/>
                </a:lnTo>
                <a:lnTo>
                  <a:pt x="14575" y="6935"/>
                </a:lnTo>
                <a:lnTo>
                  <a:pt x="14527" y="6911"/>
                </a:lnTo>
                <a:lnTo>
                  <a:pt x="14502" y="6911"/>
                </a:lnTo>
                <a:lnTo>
                  <a:pt x="14283" y="6959"/>
                </a:lnTo>
                <a:lnTo>
                  <a:pt x="14016" y="7032"/>
                </a:lnTo>
                <a:lnTo>
                  <a:pt x="13894" y="7032"/>
                </a:lnTo>
                <a:lnTo>
                  <a:pt x="13772" y="7008"/>
                </a:lnTo>
                <a:lnTo>
                  <a:pt x="13699" y="6959"/>
                </a:lnTo>
                <a:lnTo>
                  <a:pt x="13651" y="6911"/>
                </a:lnTo>
                <a:lnTo>
                  <a:pt x="13651" y="6862"/>
                </a:lnTo>
                <a:lnTo>
                  <a:pt x="13626" y="6789"/>
                </a:lnTo>
                <a:lnTo>
                  <a:pt x="13578" y="6740"/>
                </a:lnTo>
                <a:lnTo>
                  <a:pt x="13529" y="6692"/>
                </a:lnTo>
                <a:lnTo>
                  <a:pt x="13407" y="6692"/>
                </a:lnTo>
                <a:lnTo>
                  <a:pt x="13359" y="6716"/>
                </a:lnTo>
                <a:lnTo>
                  <a:pt x="13334" y="6789"/>
                </a:lnTo>
                <a:lnTo>
                  <a:pt x="13310" y="6862"/>
                </a:lnTo>
                <a:lnTo>
                  <a:pt x="13286" y="6911"/>
                </a:lnTo>
                <a:lnTo>
                  <a:pt x="13286" y="6959"/>
                </a:lnTo>
                <a:lnTo>
                  <a:pt x="13261" y="6984"/>
                </a:lnTo>
                <a:lnTo>
                  <a:pt x="13115" y="6984"/>
                </a:lnTo>
                <a:lnTo>
                  <a:pt x="13018" y="6935"/>
                </a:lnTo>
                <a:lnTo>
                  <a:pt x="12823" y="6789"/>
                </a:lnTo>
                <a:lnTo>
                  <a:pt x="12677" y="6667"/>
                </a:lnTo>
                <a:lnTo>
                  <a:pt x="12629" y="6643"/>
                </a:lnTo>
                <a:lnTo>
                  <a:pt x="12580" y="6619"/>
                </a:lnTo>
                <a:lnTo>
                  <a:pt x="12507" y="6619"/>
                </a:lnTo>
                <a:lnTo>
                  <a:pt x="12458" y="6667"/>
                </a:lnTo>
                <a:lnTo>
                  <a:pt x="12264" y="6886"/>
                </a:lnTo>
                <a:lnTo>
                  <a:pt x="12166" y="6959"/>
                </a:lnTo>
                <a:lnTo>
                  <a:pt x="12045" y="7032"/>
                </a:lnTo>
                <a:lnTo>
                  <a:pt x="11947" y="7057"/>
                </a:lnTo>
                <a:lnTo>
                  <a:pt x="11850" y="7032"/>
                </a:lnTo>
                <a:lnTo>
                  <a:pt x="11777" y="7008"/>
                </a:lnTo>
                <a:lnTo>
                  <a:pt x="11704" y="6911"/>
                </a:lnTo>
                <a:lnTo>
                  <a:pt x="11631" y="6813"/>
                </a:lnTo>
                <a:lnTo>
                  <a:pt x="11582" y="6667"/>
                </a:lnTo>
                <a:lnTo>
                  <a:pt x="11582" y="6594"/>
                </a:lnTo>
                <a:lnTo>
                  <a:pt x="11534" y="6521"/>
                </a:lnTo>
                <a:lnTo>
                  <a:pt x="11485" y="6497"/>
                </a:lnTo>
                <a:lnTo>
                  <a:pt x="11436" y="6473"/>
                </a:lnTo>
                <a:lnTo>
                  <a:pt x="11363" y="6473"/>
                </a:lnTo>
                <a:lnTo>
                  <a:pt x="11315" y="6497"/>
                </a:lnTo>
                <a:lnTo>
                  <a:pt x="11266" y="6546"/>
                </a:lnTo>
                <a:lnTo>
                  <a:pt x="11217" y="6619"/>
                </a:lnTo>
                <a:lnTo>
                  <a:pt x="11193" y="6716"/>
                </a:lnTo>
                <a:lnTo>
                  <a:pt x="11144" y="6789"/>
                </a:lnTo>
                <a:lnTo>
                  <a:pt x="11071" y="6838"/>
                </a:lnTo>
                <a:lnTo>
                  <a:pt x="11023" y="6886"/>
                </a:lnTo>
                <a:lnTo>
                  <a:pt x="10950" y="6911"/>
                </a:lnTo>
                <a:lnTo>
                  <a:pt x="10877" y="6911"/>
                </a:lnTo>
                <a:lnTo>
                  <a:pt x="10706" y="6886"/>
                </a:lnTo>
                <a:lnTo>
                  <a:pt x="10560" y="6838"/>
                </a:lnTo>
                <a:lnTo>
                  <a:pt x="10390" y="6740"/>
                </a:lnTo>
                <a:lnTo>
                  <a:pt x="10268" y="6643"/>
                </a:lnTo>
                <a:lnTo>
                  <a:pt x="10147" y="6521"/>
                </a:lnTo>
                <a:lnTo>
                  <a:pt x="10074" y="6473"/>
                </a:lnTo>
                <a:lnTo>
                  <a:pt x="10001" y="6448"/>
                </a:lnTo>
                <a:lnTo>
                  <a:pt x="9928" y="6473"/>
                </a:lnTo>
                <a:lnTo>
                  <a:pt x="9855" y="6521"/>
                </a:lnTo>
                <a:lnTo>
                  <a:pt x="9757" y="6619"/>
                </a:lnTo>
                <a:lnTo>
                  <a:pt x="9611" y="6716"/>
                </a:lnTo>
                <a:lnTo>
                  <a:pt x="9441" y="6789"/>
                </a:lnTo>
                <a:lnTo>
                  <a:pt x="9271" y="6838"/>
                </a:lnTo>
                <a:lnTo>
                  <a:pt x="9101" y="6838"/>
                </a:lnTo>
                <a:lnTo>
                  <a:pt x="9028" y="6813"/>
                </a:lnTo>
                <a:lnTo>
                  <a:pt x="8979" y="6789"/>
                </a:lnTo>
                <a:lnTo>
                  <a:pt x="8906" y="6740"/>
                </a:lnTo>
                <a:lnTo>
                  <a:pt x="8882" y="6667"/>
                </a:lnTo>
                <a:lnTo>
                  <a:pt x="8833" y="6594"/>
                </a:lnTo>
                <a:lnTo>
                  <a:pt x="8833" y="6497"/>
                </a:lnTo>
                <a:lnTo>
                  <a:pt x="8809" y="6424"/>
                </a:lnTo>
                <a:lnTo>
                  <a:pt x="8784" y="6375"/>
                </a:lnTo>
                <a:lnTo>
                  <a:pt x="8736" y="6327"/>
                </a:lnTo>
                <a:lnTo>
                  <a:pt x="8687" y="6302"/>
                </a:lnTo>
                <a:lnTo>
                  <a:pt x="8638" y="6278"/>
                </a:lnTo>
                <a:lnTo>
                  <a:pt x="8565" y="6278"/>
                </a:lnTo>
                <a:lnTo>
                  <a:pt x="8517" y="6302"/>
                </a:lnTo>
                <a:lnTo>
                  <a:pt x="8468" y="6351"/>
                </a:lnTo>
                <a:lnTo>
                  <a:pt x="8298" y="6546"/>
                </a:lnTo>
                <a:lnTo>
                  <a:pt x="8200" y="6643"/>
                </a:lnTo>
                <a:lnTo>
                  <a:pt x="8103" y="6740"/>
                </a:lnTo>
                <a:lnTo>
                  <a:pt x="7981" y="6789"/>
                </a:lnTo>
                <a:lnTo>
                  <a:pt x="7860" y="6813"/>
                </a:lnTo>
                <a:lnTo>
                  <a:pt x="7714" y="6813"/>
                </a:lnTo>
                <a:lnTo>
                  <a:pt x="7592" y="6789"/>
                </a:lnTo>
                <a:lnTo>
                  <a:pt x="7446" y="6740"/>
                </a:lnTo>
                <a:lnTo>
                  <a:pt x="7349" y="6667"/>
                </a:lnTo>
                <a:lnTo>
                  <a:pt x="7276" y="6546"/>
                </a:lnTo>
                <a:lnTo>
                  <a:pt x="7227" y="6424"/>
                </a:lnTo>
                <a:lnTo>
                  <a:pt x="7227" y="6375"/>
                </a:lnTo>
                <a:lnTo>
                  <a:pt x="7178" y="6302"/>
                </a:lnTo>
                <a:lnTo>
                  <a:pt x="7154" y="6278"/>
                </a:lnTo>
                <a:lnTo>
                  <a:pt x="7105" y="6229"/>
                </a:lnTo>
                <a:lnTo>
                  <a:pt x="7032" y="6205"/>
                </a:lnTo>
                <a:close/>
                <a:moveTo>
                  <a:pt x="1412" y="6813"/>
                </a:moveTo>
                <a:lnTo>
                  <a:pt x="1387" y="7397"/>
                </a:lnTo>
                <a:lnTo>
                  <a:pt x="1144" y="7616"/>
                </a:lnTo>
                <a:lnTo>
                  <a:pt x="925" y="7835"/>
                </a:lnTo>
                <a:lnTo>
                  <a:pt x="755" y="8006"/>
                </a:lnTo>
                <a:lnTo>
                  <a:pt x="584" y="8176"/>
                </a:lnTo>
                <a:lnTo>
                  <a:pt x="536" y="7543"/>
                </a:lnTo>
                <a:lnTo>
                  <a:pt x="657" y="7446"/>
                </a:lnTo>
                <a:lnTo>
                  <a:pt x="755" y="7349"/>
                </a:lnTo>
                <a:lnTo>
                  <a:pt x="949" y="7154"/>
                </a:lnTo>
                <a:lnTo>
                  <a:pt x="1095" y="7032"/>
                </a:lnTo>
                <a:lnTo>
                  <a:pt x="1241" y="6911"/>
                </a:lnTo>
                <a:lnTo>
                  <a:pt x="1412" y="6813"/>
                </a:lnTo>
                <a:close/>
                <a:moveTo>
                  <a:pt x="1363" y="7981"/>
                </a:moveTo>
                <a:lnTo>
                  <a:pt x="1339" y="8468"/>
                </a:lnTo>
                <a:lnTo>
                  <a:pt x="1241" y="8541"/>
                </a:lnTo>
                <a:lnTo>
                  <a:pt x="1168" y="8614"/>
                </a:lnTo>
                <a:lnTo>
                  <a:pt x="1022" y="8736"/>
                </a:lnTo>
                <a:lnTo>
                  <a:pt x="901" y="8882"/>
                </a:lnTo>
                <a:lnTo>
                  <a:pt x="779" y="9052"/>
                </a:lnTo>
                <a:lnTo>
                  <a:pt x="633" y="9222"/>
                </a:lnTo>
                <a:lnTo>
                  <a:pt x="584" y="8492"/>
                </a:lnTo>
                <a:lnTo>
                  <a:pt x="730" y="8444"/>
                </a:lnTo>
                <a:lnTo>
                  <a:pt x="852" y="8395"/>
                </a:lnTo>
                <a:lnTo>
                  <a:pt x="1095" y="8200"/>
                </a:lnTo>
                <a:lnTo>
                  <a:pt x="1363" y="7981"/>
                </a:lnTo>
                <a:close/>
                <a:moveTo>
                  <a:pt x="10901" y="8638"/>
                </a:moveTo>
                <a:lnTo>
                  <a:pt x="10828" y="8687"/>
                </a:lnTo>
                <a:lnTo>
                  <a:pt x="10779" y="8736"/>
                </a:lnTo>
                <a:lnTo>
                  <a:pt x="10706" y="8857"/>
                </a:lnTo>
                <a:lnTo>
                  <a:pt x="10682" y="8979"/>
                </a:lnTo>
                <a:lnTo>
                  <a:pt x="10560" y="9076"/>
                </a:lnTo>
                <a:lnTo>
                  <a:pt x="10414" y="9149"/>
                </a:lnTo>
                <a:lnTo>
                  <a:pt x="10293" y="9173"/>
                </a:lnTo>
                <a:lnTo>
                  <a:pt x="10122" y="9173"/>
                </a:lnTo>
                <a:lnTo>
                  <a:pt x="10025" y="9149"/>
                </a:lnTo>
                <a:lnTo>
                  <a:pt x="9976" y="9125"/>
                </a:lnTo>
                <a:lnTo>
                  <a:pt x="9928" y="9076"/>
                </a:lnTo>
                <a:lnTo>
                  <a:pt x="9903" y="9028"/>
                </a:lnTo>
                <a:lnTo>
                  <a:pt x="9903" y="8930"/>
                </a:lnTo>
                <a:lnTo>
                  <a:pt x="9879" y="8857"/>
                </a:lnTo>
                <a:lnTo>
                  <a:pt x="9830" y="8809"/>
                </a:lnTo>
                <a:lnTo>
                  <a:pt x="9757" y="8760"/>
                </a:lnTo>
                <a:lnTo>
                  <a:pt x="9684" y="8760"/>
                </a:lnTo>
                <a:lnTo>
                  <a:pt x="9611" y="8784"/>
                </a:lnTo>
                <a:lnTo>
                  <a:pt x="9563" y="8833"/>
                </a:lnTo>
                <a:lnTo>
                  <a:pt x="9514" y="8906"/>
                </a:lnTo>
                <a:lnTo>
                  <a:pt x="9490" y="8955"/>
                </a:lnTo>
                <a:lnTo>
                  <a:pt x="9441" y="9003"/>
                </a:lnTo>
                <a:lnTo>
                  <a:pt x="9320" y="9052"/>
                </a:lnTo>
                <a:lnTo>
                  <a:pt x="9149" y="9101"/>
                </a:lnTo>
                <a:lnTo>
                  <a:pt x="8979" y="9125"/>
                </a:lnTo>
                <a:lnTo>
                  <a:pt x="8809" y="9101"/>
                </a:lnTo>
                <a:lnTo>
                  <a:pt x="8663" y="9076"/>
                </a:lnTo>
                <a:lnTo>
                  <a:pt x="8541" y="9003"/>
                </a:lnTo>
                <a:lnTo>
                  <a:pt x="8517" y="8955"/>
                </a:lnTo>
                <a:lnTo>
                  <a:pt x="8492" y="8906"/>
                </a:lnTo>
                <a:lnTo>
                  <a:pt x="8492" y="8833"/>
                </a:lnTo>
                <a:lnTo>
                  <a:pt x="8444" y="8784"/>
                </a:lnTo>
                <a:lnTo>
                  <a:pt x="8419" y="8736"/>
                </a:lnTo>
                <a:lnTo>
                  <a:pt x="8371" y="8711"/>
                </a:lnTo>
                <a:lnTo>
                  <a:pt x="8298" y="8687"/>
                </a:lnTo>
                <a:lnTo>
                  <a:pt x="8249" y="8687"/>
                </a:lnTo>
                <a:lnTo>
                  <a:pt x="8200" y="8711"/>
                </a:lnTo>
                <a:lnTo>
                  <a:pt x="8127" y="8736"/>
                </a:lnTo>
                <a:lnTo>
                  <a:pt x="8006" y="8906"/>
                </a:lnTo>
                <a:lnTo>
                  <a:pt x="7860" y="9052"/>
                </a:lnTo>
                <a:lnTo>
                  <a:pt x="7787" y="9125"/>
                </a:lnTo>
                <a:lnTo>
                  <a:pt x="7689" y="9173"/>
                </a:lnTo>
                <a:lnTo>
                  <a:pt x="7568" y="9222"/>
                </a:lnTo>
                <a:lnTo>
                  <a:pt x="7446" y="9246"/>
                </a:lnTo>
                <a:lnTo>
                  <a:pt x="7324" y="9246"/>
                </a:lnTo>
                <a:lnTo>
                  <a:pt x="7276" y="9222"/>
                </a:lnTo>
                <a:lnTo>
                  <a:pt x="7227" y="9198"/>
                </a:lnTo>
                <a:lnTo>
                  <a:pt x="7203" y="9149"/>
                </a:lnTo>
                <a:lnTo>
                  <a:pt x="7178" y="9076"/>
                </a:lnTo>
                <a:lnTo>
                  <a:pt x="7178" y="9003"/>
                </a:lnTo>
                <a:lnTo>
                  <a:pt x="7203" y="8930"/>
                </a:lnTo>
                <a:lnTo>
                  <a:pt x="7203" y="8833"/>
                </a:lnTo>
                <a:lnTo>
                  <a:pt x="7154" y="8760"/>
                </a:lnTo>
                <a:lnTo>
                  <a:pt x="7105" y="8687"/>
                </a:lnTo>
                <a:lnTo>
                  <a:pt x="7032" y="8663"/>
                </a:lnTo>
                <a:lnTo>
                  <a:pt x="6886" y="8663"/>
                </a:lnTo>
                <a:lnTo>
                  <a:pt x="6813" y="8711"/>
                </a:lnTo>
                <a:lnTo>
                  <a:pt x="6789" y="8809"/>
                </a:lnTo>
                <a:lnTo>
                  <a:pt x="6740" y="8906"/>
                </a:lnTo>
                <a:lnTo>
                  <a:pt x="6692" y="8979"/>
                </a:lnTo>
                <a:lnTo>
                  <a:pt x="6619" y="9076"/>
                </a:lnTo>
                <a:lnTo>
                  <a:pt x="6521" y="9125"/>
                </a:lnTo>
                <a:lnTo>
                  <a:pt x="6424" y="9173"/>
                </a:lnTo>
                <a:lnTo>
                  <a:pt x="6327" y="9222"/>
                </a:lnTo>
                <a:lnTo>
                  <a:pt x="6083" y="9271"/>
                </a:lnTo>
                <a:lnTo>
                  <a:pt x="5864" y="9246"/>
                </a:lnTo>
                <a:lnTo>
                  <a:pt x="5743" y="9222"/>
                </a:lnTo>
                <a:lnTo>
                  <a:pt x="5645" y="9198"/>
                </a:lnTo>
                <a:lnTo>
                  <a:pt x="5572" y="9125"/>
                </a:lnTo>
                <a:lnTo>
                  <a:pt x="5499" y="9052"/>
                </a:lnTo>
                <a:lnTo>
                  <a:pt x="5451" y="8979"/>
                </a:lnTo>
                <a:lnTo>
                  <a:pt x="5402" y="8882"/>
                </a:lnTo>
                <a:lnTo>
                  <a:pt x="5402" y="8833"/>
                </a:lnTo>
                <a:lnTo>
                  <a:pt x="5378" y="8784"/>
                </a:lnTo>
                <a:lnTo>
                  <a:pt x="5280" y="8736"/>
                </a:lnTo>
                <a:lnTo>
                  <a:pt x="5183" y="8711"/>
                </a:lnTo>
                <a:lnTo>
                  <a:pt x="5086" y="8736"/>
                </a:lnTo>
                <a:lnTo>
                  <a:pt x="4842" y="8906"/>
                </a:lnTo>
                <a:lnTo>
                  <a:pt x="4648" y="9028"/>
                </a:lnTo>
                <a:lnTo>
                  <a:pt x="4453" y="9149"/>
                </a:lnTo>
                <a:lnTo>
                  <a:pt x="4258" y="9222"/>
                </a:lnTo>
                <a:lnTo>
                  <a:pt x="4112" y="9222"/>
                </a:lnTo>
                <a:lnTo>
                  <a:pt x="4064" y="9198"/>
                </a:lnTo>
                <a:lnTo>
                  <a:pt x="4015" y="9149"/>
                </a:lnTo>
                <a:lnTo>
                  <a:pt x="3991" y="9076"/>
                </a:lnTo>
                <a:lnTo>
                  <a:pt x="4015" y="8955"/>
                </a:lnTo>
                <a:lnTo>
                  <a:pt x="4015" y="8906"/>
                </a:lnTo>
                <a:lnTo>
                  <a:pt x="3991" y="8857"/>
                </a:lnTo>
                <a:lnTo>
                  <a:pt x="3966" y="8833"/>
                </a:lnTo>
                <a:lnTo>
                  <a:pt x="3918" y="8809"/>
                </a:lnTo>
                <a:lnTo>
                  <a:pt x="3893" y="8784"/>
                </a:lnTo>
                <a:lnTo>
                  <a:pt x="3845" y="8809"/>
                </a:lnTo>
                <a:lnTo>
                  <a:pt x="3796" y="8809"/>
                </a:lnTo>
                <a:lnTo>
                  <a:pt x="3747" y="8857"/>
                </a:lnTo>
                <a:lnTo>
                  <a:pt x="3699" y="8979"/>
                </a:lnTo>
                <a:lnTo>
                  <a:pt x="3674" y="9101"/>
                </a:lnTo>
                <a:lnTo>
                  <a:pt x="3674" y="9222"/>
                </a:lnTo>
                <a:lnTo>
                  <a:pt x="3699" y="9319"/>
                </a:lnTo>
                <a:lnTo>
                  <a:pt x="3772" y="9417"/>
                </a:lnTo>
                <a:lnTo>
                  <a:pt x="3845" y="9514"/>
                </a:lnTo>
                <a:lnTo>
                  <a:pt x="3966" y="9587"/>
                </a:lnTo>
                <a:lnTo>
                  <a:pt x="4088" y="9636"/>
                </a:lnTo>
                <a:lnTo>
                  <a:pt x="4210" y="9660"/>
                </a:lnTo>
                <a:lnTo>
                  <a:pt x="4356" y="9636"/>
                </a:lnTo>
                <a:lnTo>
                  <a:pt x="4477" y="9611"/>
                </a:lnTo>
                <a:lnTo>
                  <a:pt x="4599" y="9563"/>
                </a:lnTo>
                <a:lnTo>
                  <a:pt x="4842" y="9417"/>
                </a:lnTo>
                <a:lnTo>
                  <a:pt x="5086" y="9246"/>
                </a:lnTo>
                <a:lnTo>
                  <a:pt x="5159" y="9344"/>
                </a:lnTo>
                <a:lnTo>
                  <a:pt x="5232" y="9441"/>
                </a:lnTo>
                <a:lnTo>
                  <a:pt x="5329" y="9514"/>
                </a:lnTo>
                <a:lnTo>
                  <a:pt x="5426" y="9563"/>
                </a:lnTo>
                <a:lnTo>
                  <a:pt x="5670" y="9660"/>
                </a:lnTo>
                <a:lnTo>
                  <a:pt x="5913" y="9684"/>
                </a:lnTo>
                <a:lnTo>
                  <a:pt x="6181" y="9684"/>
                </a:lnTo>
                <a:lnTo>
                  <a:pt x="6424" y="9636"/>
                </a:lnTo>
                <a:lnTo>
                  <a:pt x="6667" y="9538"/>
                </a:lnTo>
                <a:lnTo>
                  <a:pt x="6886" y="9392"/>
                </a:lnTo>
                <a:lnTo>
                  <a:pt x="6984" y="9490"/>
                </a:lnTo>
                <a:lnTo>
                  <a:pt x="7081" y="9563"/>
                </a:lnTo>
                <a:lnTo>
                  <a:pt x="7227" y="9636"/>
                </a:lnTo>
                <a:lnTo>
                  <a:pt x="7373" y="9684"/>
                </a:lnTo>
                <a:lnTo>
                  <a:pt x="7519" y="9709"/>
                </a:lnTo>
                <a:lnTo>
                  <a:pt x="7641" y="9684"/>
                </a:lnTo>
                <a:lnTo>
                  <a:pt x="7762" y="9660"/>
                </a:lnTo>
                <a:lnTo>
                  <a:pt x="7884" y="9611"/>
                </a:lnTo>
                <a:lnTo>
                  <a:pt x="7981" y="9538"/>
                </a:lnTo>
                <a:lnTo>
                  <a:pt x="8079" y="9465"/>
                </a:lnTo>
                <a:lnTo>
                  <a:pt x="8249" y="9271"/>
                </a:lnTo>
                <a:lnTo>
                  <a:pt x="8371" y="9368"/>
                </a:lnTo>
                <a:lnTo>
                  <a:pt x="8541" y="9465"/>
                </a:lnTo>
                <a:lnTo>
                  <a:pt x="8711" y="9514"/>
                </a:lnTo>
                <a:lnTo>
                  <a:pt x="8906" y="9538"/>
                </a:lnTo>
                <a:lnTo>
                  <a:pt x="9101" y="9538"/>
                </a:lnTo>
                <a:lnTo>
                  <a:pt x="9271" y="9514"/>
                </a:lnTo>
                <a:lnTo>
                  <a:pt x="9466" y="9441"/>
                </a:lnTo>
                <a:lnTo>
                  <a:pt x="9611" y="9368"/>
                </a:lnTo>
                <a:lnTo>
                  <a:pt x="9733" y="9465"/>
                </a:lnTo>
                <a:lnTo>
                  <a:pt x="9855" y="9514"/>
                </a:lnTo>
                <a:lnTo>
                  <a:pt x="10025" y="9563"/>
                </a:lnTo>
                <a:lnTo>
                  <a:pt x="10195" y="9563"/>
                </a:lnTo>
                <a:lnTo>
                  <a:pt x="10366" y="9538"/>
                </a:lnTo>
                <a:lnTo>
                  <a:pt x="10560" y="9490"/>
                </a:lnTo>
                <a:lnTo>
                  <a:pt x="10706" y="9417"/>
                </a:lnTo>
                <a:lnTo>
                  <a:pt x="10852" y="9319"/>
                </a:lnTo>
                <a:lnTo>
                  <a:pt x="10974" y="9392"/>
                </a:lnTo>
                <a:lnTo>
                  <a:pt x="11096" y="9441"/>
                </a:lnTo>
                <a:lnTo>
                  <a:pt x="11242" y="9465"/>
                </a:lnTo>
                <a:lnTo>
                  <a:pt x="11363" y="9490"/>
                </a:lnTo>
                <a:lnTo>
                  <a:pt x="11509" y="9490"/>
                </a:lnTo>
                <a:lnTo>
                  <a:pt x="11655" y="9465"/>
                </a:lnTo>
                <a:lnTo>
                  <a:pt x="11801" y="9417"/>
                </a:lnTo>
                <a:lnTo>
                  <a:pt x="11923" y="9344"/>
                </a:lnTo>
                <a:lnTo>
                  <a:pt x="12020" y="9441"/>
                </a:lnTo>
                <a:lnTo>
                  <a:pt x="12142" y="9490"/>
                </a:lnTo>
                <a:lnTo>
                  <a:pt x="12434" y="9490"/>
                </a:lnTo>
                <a:lnTo>
                  <a:pt x="12580" y="9441"/>
                </a:lnTo>
                <a:lnTo>
                  <a:pt x="12750" y="9392"/>
                </a:lnTo>
                <a:lnTo>
                  <a:pt x="12896" y="9319"/>
                </a:lnTo>
                <a:lnTo>
                  <a:pt x="13042" y="9222"/>
                </a:lnTo>
                <a:lnTo>
                  <a:pt x="13091" y="9295"/>
                </a:lnTo>
                <a:lnTo>
                  <a:pt x="13164" y="9344"/>
                </a:lnTo>
                <a:lnTo>
                  <a:pt x="13310" y="9417"/>
                </a:lnTo>
                <a:lnTo>
                  <a:pt x="13480" y="9441"/>
                </a:lnTo>
                <a:lnTo>
                  <a:pt x="13675" y="9441"/>
                </a:lnTo>
                <a:lnTo>
                  <a:pt x="13870" y="9392"/>
                </a:lnTo>
                <a:lnTo>
                  <a:pt x="14064" y="9319"/>
                </a:lnTo>
                <a:lnTo>
                  <a:pt x="14259" y="9246"/>
                </a:lnTo>
                <a:lnTo>
                  <a:pt x="14405" y="9149"/>
                </a:lnTo>
                <a:lnTo>
                  <a:pt x="14478" y="9101"/>
                </a:lnTo>
                <a:lnTo>
                  <a:pt x="14502" y="9028"/>
                </a:lnTo>
                <a:lnTo>
                  <a:pt x="14478" y="8955"/>
                </a:lnTo>
                <a:lnTo>
                  <a:pt x="14454" y="8882"/>
                </a:lnTo>
                <a:lnTo>
                  <a:pt x="14429" y="8833"/>
                </a:lnTo>
                <a:lnTo>
                  <a:pt x="14356" y="8809"/>
                </a:lnTo>
                <a:lnTo>
                  <a:pt x="14308" y="8809"/>
                </a:lnTo>
                <a:lnTo>
                  <a:pt x="14235" y="8833"/>
                </a:lnTo>
                <a:lnTo>
                  <a:pt x="14016" y="8955"/>
                </a:lnTo>
                <a:lnTo>
                  <a:pt x="13845" y="9028"/>
                </a:lnTo>
                <a:lnTo>
                  <a:pt x="13675" y="9076"/>
                </a:lnTo>
                <a:lnTo>
                  <a:pt x="13529" y="9101"/>
                </a:lnTo>
                <a:lnTo>
                  <a:pt x="13407" y="9101"/>
                </a:lnTo>
                <a:lnTo>
                  <a:pt x="13359" y="9076"/>
                </a:lnTo>
                <a:lnTo>
                  <a:pt x="13334" y="9028"/>
                </a:lnTo>
                <a:lnTo>
                  <a:pt x="13310" y="8979"/>
                </a:lnTo>
                <a:lnTo>
                  <a:pt x="13310" y="8906"/>
                </a:lnTo>
                <a:lnTo>
                  <a:pt x="13310" y="8857"/>
                </a:lnTo>
                <a:lnTo>
                  <a:pt x="13286" y="8784"/>
                </a:lnTo>
                <a:lnTo>
                  <a:pt x="13261" y="8736"/>
                </a:lnTo>
                <a:lnTo>
                  <a:pt x="13213" y="8711"/>
                </a:lnTo>
                <a:lnTo>
                  <a:pt x="13091" y="8711"/>
                </a:lnTo>
                <a:lnTo>
                  <a:pt x="13042" y="8736"/>
                </a:lnTo>
                <a:lnTo>
                  <a:pt x="13018" y="8784"/>
                </a:lnTo>
                <a:lnTo>
                  <a:pt x="12945" y="8882"/>
                </a:lnTo>
                <a:lnTo>
                  <a:pt x="12823" y="8979"/>
                </a:lnTo>
                <a:lnTo>
                  <a:pt x="12653" y="9076"/>
                </a:lnTo>
                <a:lnTo>
                  <a:pt x="12507" y="9149"/>
                </a:lnTo>
                <a:lnTo>
                  <a:pt x="12361" y="9198"/>
                </a:lnTo>
                <a:lnTo>
                  <a:pt x="12312" y="9198"/>
                </a:lnTo>
                <a:lnTo>
                  <a:pt x="12264" y="9173"/>
                </a:lnTo>
                <a:lnTo>
                  <a:pt x="12215" y="9149"/>
                </a:lnTo>
                <a:lnTo>
                  <a:pt x="12191" y="9101"/>
                </a:lnTo>
                <a:lnTo>
                  <a:pt x="12191" y="9028"/>
                </a:lnTo>
                <a:lnTo>
                  <a:pt x="12215" y="8930"/>
                </a:lnTo>
                <a:lnTo>
                  <a:pt x="12215" y="8857"/>
                </a:lnTo>
                <a:lnTo>
                  <a:pt x="12191" y="8809"/>
                </a:lnTo>
                <a:lnTo>
                  <a:pt x="12142" y="8760"/>
                </a:lnTo>
                <a:lnTo>
                  <a:pt x="12093" y="8736"/>
                </a:lnTo>
                <a:lnTo>
                  <a:pt x="12045" y="8736"/>
                </a:lnTo>
                <a:lnTo>
                  <a:pt x="11972" y="8760"/>
                </a:lnTo>
                <a:lnTo>
                  <a:pt x="11923" y="8784"/>
                </a:lnTo>
                <a:lnTo>
                  <a:pt x="11899" y="8857"/>
                </a:lnTo>
                <a:lnTo>
                  <a:pt x="11801" y="8979"/>
                </a:lnTo>
                <a:lnTo>
                  <a:pt x="11704" y="9076"/>
                </a:lnTo>
                <a:lnTo>
                  <a:pt x="11582" y="9125"/>
                </a:lnTo>
                <a:lnTo>
                  <a:pt x="11266" y="9125"/>
                </a:lnTo>
                <a:lnTo>
                  <a:pt x="11169" y="9076"/>
                </a:lnTo>
                <a:lnTo>
                  <a:pt x="11096" y="9028"/>
                </a:lnTo>
                <a:lnTo>
                  <a:pt x="11144" y="8882"/>
                </a:lnTo>
                <a:lnTo>
                  <a:pt x="11144" y="8809"/>
                </a:lnTo>
                <a:lnTo>
                  <a:pt x="11120" y="8736"/>
                </a:lnTo>
                <a:lnTo>
                  <a:pt x="11071" y="8687"/>
                </a:lnTo>
                <a:lnTo>
                  <a:pt x="11023" y="8663"/>
                </a:lnTo>
                <a:lnTo>
                  <a:pt x="10950" y="8638"/>
                </a:lnTo>
                <a:close/>
                <a:moveTo>
                  <a:pt x="1314" y="9003"/>
                </a:moveTo>
                <a:lnTo>
                  <a:pt x="1290" y="9611"/>
                </a:lnTo>
                <a:lnTo>
                  <a:pt x="1168" y="9660"/>
                </a:lnTo>
                <a:lnTo>
                  <a:pt x="1071" y="9733"/>
                </a:lnTo>
                <a:lnTo>
                  <a:pt x="852" y="9903"/>
                </a:lnTo>
                <a:lnTo>
                  <a:pt x="706" y="10049"/>
                </a:lnTo>
                <a:lnTo>
                  <a:pt x="657" y="9368"/>
                </a:lnTo>
                <a:lnTo>
                  <a:pt x="925" y="9271"/>
                </a:lnTo>
                <a:lnTo>
                  <a:pt x="1168" y="9101"/>
                </a:lnTo>
                <a:lnTo>
                  <a:pt x="1314" y="9003"/>
                </a:lnTo>
                <a:close/>
                <a:moveTo>
                  <a:pt x="1266" y="10122"/>
                </a:moveTo>
                <a:lnTo>
                  <a:pt x="1266" y="10877"/>
                </a:lnTo>
                <a:lnTo>
                  <a:pt x="1120" y="10998"/>
                </a:lnTo>
                <a:lnTo>
                  <a:pt x="779" y="11242"/>
                </a:lnTo>
                <a:lnTo>
                  <a:pt x="730" y="10439"/>
                </a:lnTo>
                <a:lnTo>
                  <a:pt x="876" y="10366"/>
                </a:lnTo>
                <a:lnTo>
                  <a:pt x="1022" y="10293"/>
                </a:lnTo>
                <a:lnTo>
                  <a:pt x="1266" y="10122"/>
                </a:lnTo>
                <a:close/>
                <a:moveTo>
                  <a:pt x="11485" y="10633"/>
                </a:moveTo>
                <a:lnTo>
                  <a:pt x="11412" y="10658"/>
                </a:lnTo>
                <a:lnTo>
                  <a:pt x="11339" y="10731"/>
                </a:lnTo>
                <a:lnTo>
                  <a:pt x="11169" y="11023"/>
                </a:lnTo>
                <a:lnTo>
                  <a:pt x="11071" y="11144"/>
                </a:lnTo>
                <a:lnTo>
                  <a:pt x="10950" y="11242"/>
                </a:lnTo>
                <a:lnTo>
                  <a:pt x="10877" y="11290"/>
                </a:lnTo>
                <a:lnTo>
                  <a:pt x="10779" y="11315"/>
                </a:lnTo>
                <a:lnTo>
                  <a:pt x="10560" y="11315"/>
                </a:lnTo>
                <a:lnTo>
                  <a:pt x="10463" y="11290"/>
                </a:lnTo>
                <a:lnTo>
                  <a:pt x="10390" y="11242"/>
                </a:lnTo>
                <a:lnTo>
                  <a:pt x="10317" y="11169"/>
                </a:lnTo>
                <a:lnTo>
                  <a:pt x="10293" y="11096"/>
                </a:lnTo>
                <a:lnTo>
                  <a:pt x="10366" y="10901"/>
                </a:lnTo>
                <a:lnTo>
                  <a:pt x="10366" y="10828"/>
                </a:lnTo>
                <a:lnTo>
                  <a:pt x="10341" y="10755"/>
                </a:lnTo>
                <a:lnTo>
                  <a:pt x="10293" y="10706"/>
                </a:lnTo>
                <a:lnTo>
                  <a:pt x="10244" y="10658"/>
                </a:lnTo>
                <a:lnTo>
                  <a:pt x="10098" y="10658"/>
                </a:lnTo>
                <a:lnTo>
                  <a:pt x="10049" y="10682"/>
                </a:lnTo>
                <a:lnTo>
                  <a:pt x="10001" y="10755"/>
                </a:lnTo>
                <a:lnTo>
                  <a:pt x="9928" y="10877"/>
                </a:lnTo>
                <a:lnTo>
                  <a:pt x="9903" y="10998"/>
                </a:lnTo>
                <a:lnTo>
                  <a:pt x="9806" y="11120"/>
                </a:lnTo>
                <a:lnTo>
                  <a:pt x="9636" y="11217"/>
                </a:lnTo>
                <a:lnTo>
                  <a:pt x="9539" y="11242"/>
                </a:lnTo>
                <a:lnTo>
                  <a:pt x="9393" y="11266"/>
                </a:lnTo>
                <a:lnTo>
                  <a:pt x="9344" y="11242"/>
                </a:lnTo>
                <a:lnTo>
                  <a:pt x="9295" y="11217"/>
                </a:lnTo>
                <a:lnTo>
                  <a:pt x="9295" y="11169"/>
                </a:lnTo>
                <a:lnTo>
                  <a:pt x="9295" y="11096"/>
                </a:lnTo>
                <a:lnTo>
                  <a:pt x="9320" y="11023"/>
                </a:lnTo>
                <a:lnTo>
                  <a:pt x="9320" y="10950"/>
                </a:lnTo>
                <a:lnTo>
                  <a:pt x="9295" y="10901"/>
                </a:lnTo>
                <a:lnTo>
                  <a:pt x="9247" y="10852"/>
                </a:lnTo>
                <a:lnTo>
                  <a:pt x="9198" y="10828"/>
                </a:lnTo>
                <a:lnTo>
                  <a:pt x="9125" y="10804"/>
                </a:lnTo>
                <a:lnTo>
                  <a:pt x="9052" y="10828"/>
                </a:lnTo>
                <a:lnTo>
                  <a:pt x="8979" y="10852"/>
                </a:lnTo>
                <a:lnTo>
                  <a:pt x="8784" y="11047"/>
                </a:lnTo>
                <a:lnTo>
                  <a:pt x="8565" y="11242"/>
                </a:lnTo>
                <a:lnTo>
                  <a:pt x="8419" y="11290"/>
                </a:lnTo>
                <a:lnTo>
                  <a:pt x="8225" y="11315"/>
                </a:lnTo>
                <a:lnTo>
                  <a:pt x="8103" y="11290"/>
                </a:lnTo>
                <a:lnTo>
                  <a:pt x="8006" y="11290"/>
                </a:lnTo>
                <a:lnTo>
                  <a:pt x="7933" y="11242"/>
                </a:lnTo>
                <a:lnTo>
                  <a:pt x="7884" y="11193"/>
                </a:lnTo>
                <a:lnTo>
                  <a:pt x="7908" y="11071"/>
                </a:lnTo>
                <a:lnTo>
                  <a:pt x="7908" y="10901"/>
                </a:lnTo>
                <a:lnTo>
                  <a:pt x="7884" y="10828"/>
                </a:lnTo>
                <a:lnTo>
                  <a:pt x="7835" y="10755"/>
                </a:lnTo>
                <a:lnTo>
                  <a:pt x="7787" y="10706"/>
                </a:lnTo>
                <a:lnTo>
                  <a:pt x="7714" y="10682"/>
                </a:lnTo>
                <a:lnTo>
                  <a:pt x="7616" y="10682"/>
                </a:lnTo>
                <a:lnTo>
                  <a:pt x="7543" y="10706"/>
                </a:lnTo>
                <a:lnTo>
                  <a:pt x="7495" y="10779"/>
                </a:lnTo>
                <a:lnTo>
                  <a:pt x="7446" y="10852"/>
                </a:lnTo>
                <a:lnTo>
                  <a:pt x="7397" y="10974"/>
                </a:lnTo>
                <a:lnTo>
                  <a:pt x="7397" y="11071"/>
                </a:lnTo>
                <a:lnTo>
                  <a:pt x="7324" y="11144"/>
                </a:lnTo>
                <a:lnTo>
                  <a:pt x="7227" y="11193"/>
                </a:lnTo>
                <a:lnTo>
                  <a:pt x="7008" y="11193"/>
                </a:lnTo>
                <a:lnTo>
                  <a:pt x="6911" y="11169"/>
                </a:lnTo>
                <a:lnTo>
                  <a:pt x="6789" y="11096"/>
                </a:lnTo>
                <a:lnTo>
                  <a:pt x="6716" y="11023"/>
                </a:lnTo>
                <a:lnTo>
                  <a:pt x="6667" y="10950"/>
                </a:lnTo>
                <a:lnTo>
                  <a:pt x="6619" y="10877"/>
                </a:lnTo>
                <a:lnTo>
                  <a:pt x="6546" y="10804"/>
                </a:lnTo>
                <a:lnTo>
                  <a:pt x="6473" y="10779"/>
                </a:lnTo>
                <a:lnTo>
                  <a:pt x="6400" y="10779"/>
                </a:lnTo>
                <a:lnTo>
                  <a:pt x="6302" y="10804"/>
                </a:lnTo>
                <a:lnTo>
                  <a:pt x="6254" y="10852"/>
                </a:lnTo>
                <a:lnTo>
                  <a:pt x="6205" y="10901"/>
                </a:lnTo>
                <a:lnTo>
                  <a:pt x="6205" y="10998"/>
                </a:lnTo>
                <a:lnTo>
                  <a:pt x="6205" y="11096"/>
                </a:lnTo>
                <a:lnTo>
                  <a:pt x="6181" y="11169"/>
                </a:lnTo>
                <a:lnTo>
                  <a:pt x="6156" y="11217"/>
                </a:lnTo>
                <a:lnTo>
                  <a:pt x="6132" y="11266"/>
                </a:lnTo>
                <a:lnTo>
                  <a:pt x="6035" y="11315"/>
                </a:lnTo>
                <a:lnTo>
                  <a:pt x="5937" y="11339"/>
                </a:lnTo>
                <a:lnTo>
                  <a:pt x="5840" y="11315"/>
                </a:lnTo>
                <a:lnTo>
                  <a:pt x="5743" y="11242"/>
                </a:lnTo>
                <a:lnTo>
                  <a:pt x="5694" y="11144"/>
                </a:lnTo>
                <a:lnTo>
                  <a:pt x="5694" y="11096"/>
                </a:lnTo>
                <a:lnTo>
                  <a:pt x="5694" y="11047"/>
                </a:lnTo>
                <a:lnTo>
                  <a:pt x="5694" y="10925"/>
                </a:lnTo>
                <a:lnTo>
                  <a:pt x="5670" y="10852"/>
                </a:lnTo>
                <a:lnTo>
                  <a:pt x="5621" y="10779"/>
                </a:lnTo>
                <a:lnTo>
                  <a:pt x="5524" y="10755"/>
                </a:lnTo>
                <a:lnTo>
                  <a:pt x="5451" y="10731"/>
                </a:lnTo>
                <a:lnTo>
                  <a:pt x="5353" y="10755"/>
                </a:lnTo>
                <a:lnTo>
                  <a:pt x="5280" y="10828"/>
                </a:lnTo>
                <a:lnTo>
                  <a:pt x="5232" y="10901"/>
                </a:lnTo>
                <a:lnTo>
                  <a:pt x="5183" y="10998"/>
                </a:lnTo>
                <a:lnTo>
                  <a:pt x="5110" y="11096"/>
                </a:lnTo>
                <a:lnTo>
                  <a:pt x="5037" y="11169"/>
                </a:lnTo>
                <a:lnTo>
                  <a:pt x="4964" y="11242"/>
                </a:lnTo>
                <a:lnTo>
                  <a:pt x="4769" y="11339"/>
                </a:lnTo>
                <a:lnTo>
                  <a:pt x="4648" y="11363"/>
                </a:lnTo>
                <a:lnTo>
                  <a:pt x="4550" y="11388"/>
                </a:lnTo>
                <a:lnTo>
                  <a:pt x="4502" y="11388"/>
                </a:lnTo>
                <a:lnTo>
                  <a:pt x="4453" y="11363"/>
                </a:lnTo>
                <a:lnTo>
                  <a:pt x="4380" y="11315"/>
                </a:lnTo>
                <a:lnTo>
                  <a:pt x="4331" y="11217"/>
                </a:lnTo>
                <a:lnTo>
                  <a:pt x="4307" y="11120"/>
                </a:lnTo>
                <a:lnTo>
                  <a:pt x="4258" y="10950"/>
                </a:lnTo>
                <a:lnTo>
                  <a:pt x="4234" y="10877"/>
                </a:lnTo>
                <a:lnTo>
                  <a:pt x="4210" y="10877"/>
                </a:lnTo>
                <a:lnTo>
                  <a:pt x="4210" y="10852"/>
                </a:lnTo>
                <a:lnTo>
                  <a:pt x="4185" y="10828"/>
                </a:lnTo>
                <a:lnTo>
                  <a:pt x="4137" y="10804"/>
                </a:lnTo>
                <a:lnTo>
                  <a:pt x="4088" y="10804"/>
                </a:lnTo>
                <a:lnTo>
                  <a:pt x="4039" y="10828"/>
                </a:lnTo>
                <a:lnTo>
                  <a:pt x="3991" y="10852"/>
                </a:lnTo>
                <a:lnTo>
                  <a:pt x="3942" y="10950"/>
                </a:lnTo>
                <a:lnTo>
                  <a:pt x="3918" y="11071"/>
                </a:lnTo>
                <a:lnTo>
                  <a:pt x="3918" y="11290"/>
                </a:lnTo>
                <a:lnTo>
                  <a:pt x="3942" y="11388"/>
                </a:lnTo>
                <a:lnTo>
                  <a:pt x="3966" y="11509"/>
                </a:lnTo>
                <a:lnTo>
                  <a:pt x="4015" y="11582"/>
                </a:lnTo>
                <a:lnTo>
                  <a:pt x="4088" y="11680"/>
                </a:lnTo>
                <a:lnTo>
                  <a:pt x="4185" y="11753"/>
                </a:lnTo>
                <a:lnTo>
                  <a:pt x="4283" y="11801"/>
                </a:lnTo>
                <a:lnTo>
                  <a:pt x="4429" y="11850"/>
                </a:lnTo>
                <a:lnTo>
                  <a:pt x="4721" y="11850"/>
                </a:lnTo>
                <a:lnTo>
                  <a:pt x="4842" y="11826"/>
                </a:lnTo>
                <a:lnTo>
                  <a:pt x="4988" y="11777"/>
                </a:lnTo>
                <a:lnTo>
                  <a:pt x="5110" y="11704"/>
                </a:lnTo>
                <a:lnTo>
                  <a:pt x="5232" y="11631"/>
                </a:lnTo>
                <a:lnTo>
                  <a:pt x="5353" y="11534"/>
                </a:lnTo>
                <a:lnTo>
                  <a:pt x="5475" y="11655"/>
                </a:lnTo>
                <a:lnTo>
                  <a:pt x="5645" y="11728"/>
                </a:lnTo>
                <a:lnTo>
                  <a:pt x="5816" y="11777"/>
                </a:lnTo>
                <a:lnTo>
                  <a:pt x="5986" y="11801"/>
                </a:lnTo>
                <a:lnTo>
                  <a:pt x="6156" y="11777"/>
                </a:lnTo>
                <a:lnTo>
                  <a:pt x="6327" y="11728"/>
                </a:lnTo>
                <a:lnTo>
                  <a:pt x="6473" y="11631"/>
                </a:lnTo>
                <a:lnTo>
                  <a:pt x="6570" y="11509"/>
                </a:lnTo>
                <a:lnTo>
                  <a:pt x="6716" y="11558"/>
                </a:lnTo>
                <a:lnTo>
                  <a:pt x="6838" y="11607"/>
                </a:lnTo>
                <a:lnTo>
                  <a:pt x="6984" y="11631"/>
                </a:lnTo>
                <a:lnTo>
                  <a:pt x="7105" y="11655"/>
                </a:lnTo>
                <a:lnTo>
                  <a:pt x="7251" y="11655"/>
                </a:lnTo>
                <a:lnTo>
                  <a:pt x="7373" y="11631"/>
                </a:lnTo>
                <a:lnTo>
                  <a:pt x="7519" y="11582"/>
                </a:lnTo>
                <a:lnTo>
                  <a:pt x="7616" y="11534"/>
                </a:lnTo>
                <a:lnTo>
                  <a:pt x="7787" y="11631"/>
                </a:lnTo>
                <a:lnTo>
                  <a:pt x="7957" y="11728"/>
                </a:lnTo>
                <a:lnTo>
                  <a:pt x="8103" y="11777"/>
                </a:lnTo>
                <a:lnTo>
                  <a:pt x="8249" y="11801"/>
                </a:lnTo>
                <a:lnTo>
                  <a:pt x="8395" y="11777"/>
                </a:lnTo>
                <a:lnTo>
                  <a:pt x="8517" y="11753"/>
                </a:lnTo>
                <a:lnTo>
                  <a:pt x="8638" y="11680"/>
                </a:lnTo>
                <a:lnTo>
                  <a:pt x="8760" y="11607"/>
                </a:lnTo>
                <a:lnTo>
                  <a:pt x="9003" y="11436"/>
                </a:lnTo>
                <a:lnTo>
                  <a:pt x="9052" y="11509"/>
                </a:lnTo>
                <a:lnTo>
                  <a:pt x="9149" y="11582"/>
                </a:lnTo>
                <a:lnTo>
                  <a:pt x="9271" y="11631"/>
                </a:lnTo>
                <a:lnTo>
                  <a:pt x="9563" y="11631"/>
                </a:lnTo>
                <a:lnTo>
                  <a:pt x="9733" y="11582"/>
                </a:lnTo>
                <a:lnTo>
                  <a:pt x="9903" y="11534"/>
                </a:lnTo>
                <a:lnTo>
                  <a:pt x="10025" y="11436"/>
                </a:lnTo>
                <a:lnTo>
                  <a:pt x="10098" y="11509"/>
                </a:lnTo>
                <a:lnTo>
                  <a:pt x="10195" y="11582"/>
                </a:lnTo>
                <a:lnTo>
                  <a:pt x="10414" y="11680"/>
                </a:lnTo>
                <a:lnTo>
                  <a:pt x="10560" y="11728"/>
                </a:lnTo>
                <a:lnTo>
                  <a:pt x="10682" y="11753"/>
                </a:lnTo>
                <a:lnTo>
                  <a:pt x="10828" y="11728"/>
                </a:lnTo>
                <a:lnTo>
                  <a:pt x="10950" y="11704"/>
                </a:lnTo>
                <a:lnTo>
                  <a:pt x="11071" y="11655"/>
                </a:lnTo>
                <a:lnTo>
                  <a:pt x="11193" y="11582"/>
                </a:lnTo>
                <a:lnTo>
                  <a:pt x="11388" y="11388"/>
                </a:lnTo>
                <a:lnTo>
                  <a:pt x="11509" y="11509"/>
                </a:lnTo>
                <a:lnTo>
                  <a:pt x="11655" y="11582"/>
                </a:lnTo>
                <a:lnTo>
                  <a:pt x="11801" y="11631"/>
                </a:lnTo>
                <a:lnTo>
                  <a:pt x="11996" y="11655"/>
                </a:lnTo>
                <a:lnTo>
                  <a:pt x="12166" y="11655"/>
                </a:lnTo>
                <a:lnTo>
                  <a:pt x="12337" y="11631"/>
                </a:lnTo>
                <a:lnTo>
                  <a:pt x="12507" y="11582"/>
                </a:lnTo>
                <a:lnTo>
                  <a:pt x="12653" y="11509"/>
                </a:lnTo>
                <a:lnTo>
                  <a:pt x="12799" y="11582"/>
                </a:lnTo>
                <a:lnTo>
                  <a:pt x="12945" y="11607"/>
                </a:lnTo>
                <a:lnTo>
                  <a:pt x="13115" y="11631"/>
                </a:lnTo>
                <a:lnTo>
                  <a:pt x="13286" y="11631"/>
                </a:lnTo>
                <a:lnTo>
                  <a:pt x="13456" y="11607"/>
                </a:lnTo>
                <a:lnTo>
                  <a:pt x="13651" y="11558"/>
                </a:lnTo>
                <a:lnTo>
                  <a:pt x="13797" y="11485"/>
                </a:lnTo>
                <a:lnTo>
                  <a:pt x="13967" y="11388"/>
                </a:lnTo>
                <a:lnTo>
                  <a:pt x="14040" y="11436"/>
                </a:lnTo>
                <a:lnTo>
                  <a:pt x="14137" y="11461"/>
                </a:lnTo>
                <a:lnTo>
                  <a:pt x="14259" y="11461"/>
                </a:lnTo>
                <a:lnTo>
                  <a:pt x="14405" y="11436"/>
                </a:lnTo>
                <a:lnTo>
                  <a:pt x="14478" y="11388"/>
                </a:lnTo>
                <a:lnTo>
                  <a:pt x="14527" y="11339"/>
                </a:lnTo>
                <a:lnTo>
                  <a:pt x="14551" y="11266"/>
                </a:lnTo>
                <a:lnTo>
                  <a:pt x="14551" y="11193"/>
                </a:lnTo>
                <a:lnTo>
                  <a:pt x="14527" y="11120"/>
                </a:lnTo>
                <a:lnTo>
                  <a:pt x="14478" y="11071"/>
                </a:lnTo>
                <a:lnTo>
                  <a:pt x="14429" y="11047"/>
                </a:lnTo>
                <a:lnTo>
                  <a:pt x="14356" y="11023"/>
                </a:lnTo>
                <a:lnTo>
                  <a:pt x="14283" y="11047"/>
                </a:lnTo>
                <a:lnTo>
                  <a:pt x="14210" y="11023"/>
                </a:lnTo>
                <a:lnTo>
                  <a:pt x="14137" y="10925"/>
                </a:lnTo>
                <a:lnTo>
                  <a:pt x="14040" y="10852"/>
                </a:lnTo>
                <a:lnTo>
                  <a:pt x="13943" y="10852"/>
                </a:lnTo>
                <a:lnTo>
                  <a:pt x="13894" y="10877"/>
                </a:lnTo>
                <a:lnTo>
                  <a:pt x="13845" y="10925"/>
                </a:lnTo>
                <a:lnTo>
                  <a:pt x="13772" y="10974"/>
                </a:lnTo>
                <a:lnTo>
                  <a:pt x="13651" y="11047"/>
                </a:lnTo>
                <a:lnTo>
                  <a:pt x="13505" y="11120"/>
                </a:lnTo>
                <a:lnTo>
                  <a:pt x="13334" y="11169"/>
                </a:lnTo>
                <a:lnTo>
                  <a:pt x="13188" y="11217"/>
                </a:lnTo>
                <a:lnTo>
                  <a:pt x="12994" y="11217"/>
                </a:lnTo>
                <a:lnTo>
                  <a:pt x="12969" y="11193"/>
                </a:lnTo>
                <a:lnTo>
                  <a:pt x="12945" y="11144"/>
                </a:lnTo>
                <a:lnTo>
                  <a:pt x="12921" y="11096"/>
                </a:lnTo>
                <a:lnTo>
                  <a:pt x="12945" y="10974"/>
                </a:lnTo>
                <a:lnTo>
                  <a:pt x="12945" y="10901"/>
                </a:lnTo>
                <a:lnTo>
                  <a:pt x="12896" y="10828"/>
                </a:lnTo>
                <a:lnTo>
                  <a:pt x="12848" y="10779"/>
                </a:lnTo>
                <a:lnTo>
                  <a:pt x="12775" y="10755"/>
                </a:lnTo>
                <a:lnTo>
                  <a:pt x="12677" y="10779"/>
                </a:lnTo>
                <a:lnTo>
                  <a:pt x="12629" y="10804"/>
                </a:lnTo>
                <a:lnTo>
                  <a:pt x="12556" y="10852"/>
                </a:lnTo>
                <a:lnTo>
                  <a:pt x="12531" y="10925"/>
                </a:lnTo>
                <a:lnTo>
                  <a:pt x="12507" y="11047"/>
                </a:lnTo>
                <a:lnTo>
                  <a:pt x="12458" y="11096"/>
                </a:lnTo>
                <a:lnTo>
                  <a:pt x="12410" y="11144"/>
                </a:lnTo>
                <a:lnTo>
                  <a:pt x="12288" y="11217"/>
                </a:lnTo>
                <a:lnTo>
                  <a:pt x="12142" y="11242"/>
                </a:lnTo>
                <a:lnTo>
                  <a:pt x="11972" y="11242"/>
                </a:lnTo>
                <a:lnTo>
                  <a:pt x="11850" y="11217"/>
                </a:lnTo>
                <a:lnTo>
                  <a:pt x="11728" y="11144"/>
                </a:lnTo>
                <a:lnTo>
                  <a:pt x="11704" y="11120"/>
                </a:lnTo>
                <a:lnTo>
                  <a:pt x="11680" y="11071"/>
                </a:lnTo>
                <a:lnTo>
                  <a:pt x="11680" y="10998"/>
                </a:lnTo>
                <a:lnTo>
                  <a:pt x="11704" y="10950"/>
                </a:lnTo>
                <a:lnTo>
                  <a:pt x="11728" y="10852"/>
                </a:lnTo>
                <a:lnTo>
                  <a:pt x="11728" y="10779"/>
                </a:lnTo>
                <a:lnTo>
                  <a:pt x="11680" y="10706"/>
                </a:lnTo>
                <a:lnTo>
                  <a:pt x="11631" y="10658"/>
                </a:lnTo>
                <a:lnTo>
                  <a:pt x="11558" y="10633"/>
                </a:lnTo>
                <a:close/>
                <a:moveTo>
                  <a:pt x="1266" y="11363"/>
                </a:moveTo>
                <a:lnTo>
                  <a:pt x="1266" y="11826"/>
                </a:lnTo>
                <a:lnTo>
                  <a:pt x="1095" y="11972"/>
                </a:lnTo>
                <a:lnTo>
                  <a:pt x="974" y="12118"/>
                </a:lnTo>
                <a:lnTo>
                  <a:pt x="876" y="12215"/>
                </a:lnTo>
                <a:lnTo>
                  <a:pt x="828" y="12337"/>
                </a:lnTo>
                <a:lnTo>
                  <a:pt x="803" y="11534"/>
                </a:lnTo>
                <a:lnTo>
                  <a:pt x="803" y="11485"/>
                </a:lnTo>
                <a:lnTo>
                  <a:pt x="925" y="11485"/>
                </a:lnTo>
                <a:lnTo>
                  <a:pt x="1047" y="11461"/>
                </a:lnTo>
                <a:lnTo>
                  <a:pt x="1144" y="11412"/>
                </a:lnTo>
                <a:lnTo>
                  <a:pt x="1266" y="11363"/>
                </a:lnTo>
                <a:close/>
                <a:moveTo>
                  <a:pt x="1266" y="12385"/>
                </a:moveTo>
                <a:lnTo>
                  <a:pt x="1266" y="12872"/>
                </a:lnTo>
                <a:lnTo>
                  <a:pt x="974" y="13140"/>
                </a:lnTo>
                <a:lnTo>
                  <a:pt x="828" y="13286"/>
                </a:lnTo>
                <a:lnTo>
                  <a:pt x="828" y="12653"/>
                </a:lnTo>
                <a:lnTo>
                  <a:pt x="1022" y="12556"/>
                </a:lnTo>
                <a:lnTo>
                  <a:pt x="1217" y="12410"/>
                </a:lnTo>
                <a:lnTo>
                  <a:pt x="1266" y="12385"/>
                </a:lnTo>
                <a:close/>
                <a:moveTo>
                  <a:pt x="4088" y="12775"/>
                </a:moveTo>
                <a:lnTo>
                  <a:pt x="4039" y="12799"/>
                </a:lnTo>
                <a:lnTo>
                  <a:pt x="4015" y="12823"/>
                </a:lnTo>
                <a:lnTo>
                  <a:pt x="3820" y="13164"/>
                </a:lnTo>
                <a:lnTo>
                  <a:pt x="3747" y="13359"/>
                </a:lnTo>
                <a:lnTo>
                  <a:pt x="3699" y="13553"/>
                </a:lnTo>
                <a:lnTo>
                  <a:pt x="3674" y="13748"/>
                </a:lnTo>
                <a:lnTo>
                  <a:pt x="3699" y="13821"/>
                </a:lnTo>
                <a:lnTo>
                  <a:pt x="3747" y="13894"/>
                </a:lnTo>
                <a:lnTo>
                  <a:pt x="3796" y="13967"/>
                </a:lnTo>
                <a:lnTo>
                  <a:pt x="3869" y="13991"/>
                </a:lnTo>
                <a:lnTo>
                  <a:pt x="3991" y="14040"/>
                </a:lnTo>
                <a:lnTo>
                  <a:pt x="4258" y="14040"/>
                </a:lnTo>
                <a:lnTo>
                  <a:pt x="4404" y="14016"/>
                </a:lnTo>
                <a:lnTo>
                  <a:pt x="4526" y="13967"/>
                </a:lnTo>
                <a:lnTo>
                  <a:pt x="4672" y="13918"/>
                </a:lnTo>
                <a:lnTo>
                  <a:pt x="4940" y="13748"/>
                </a:lnTo>
                <a:lnTo>
                  <a:pt x="5183" y="13578"/>
                </a:lnTo>
                <a:lnTo>
                  <a:pt x="5256" y="13675"/>
                </a:lnTo>
                <a:lnTo>
                  <a:pt x="5353" y="13748"/>
                </a:lnTo>
                <a:lnTo>
                  <a:pt x="5475" y="13821"/>
                </a:lnTo>
                <a:lnTo>
                  <a:pt x="5621" y="13870"/>
                </a:lnTo>
                <a:lnTo>
                  <a:pt x="5791" y="13918"/>
                </a:lnTo>
                <a:lnTo>
                  <a:pt x="6108" y="13918"/>
                </a:lnTo>
                <a:lnTo>
                  <a:pt x="6278" y="13894"/>
                </a:lnTo>
                <a:lnTo>
                  <a:pt x="6424" y="13821"/>
                </a:lnTo>
                <a:lnTo>
                  <a:pt x="6570" y="13772"/>
                </a:lnTo>
                <a:lnTo>
                  <a:pt x="6692" y="13675"/>
                </a:lnTo>
                <a:lnTo>
                  <a:pt x="6838" y="13578"/>
                </a:lnTo>
                <a:lnTo>
                  <a:pt x="6959" y="13675"/>
                </a:lnTo>
                <a:lnTo>
                  <a:pt x="7130" y="13724"/>
                </a:lnTo>
                <a:lnTo>
                  <a:pt x="7324" y="13748"/>
                </a:lnTo>
                <a:lnTo>
                  <a:pt x="7519" y="13748"/>
                </a:lnTo>
                <a:lnTo>
                  <a:pt x="8030" y="13724"/>
                </a:lnTo>
                <a:lnTo>
                  <a:pt x="8565" y="13748"/>
                </a:lnTo>
                <a:lnTo>
                  <a:pt x="8906" y="13772"/>
                </a:lnTo>
                <a:lnTo>
                  <a:pt x="9271" y="13748"/>
                </a:lnTo>
                <a:lnTo>
                  <a:pt x="9466" y="13724"/>
                </a:lnTo>
                <a:lnTo>
                  <a:pt x="9636" y="13675"/>
                </a:lnTo>
                <a:lnTo>
                  <a:pt x="9782" y="13578"/>
                </a:lnTo>
                <a:lnTo>
                  <a:pt x="9928" y="13480"/>
                </a:lnTo>
                <a:lnTo>
                  <a:pt x="9952" y="13432"/>
                </a:lnTo>
                <a:lnTo>
                  <a:pt x="9952" y="13383"/>
                </a:lnTo>
                <a:lnTo>
                  <a:pt x="9928" y="13334"/>
                </a:lnTo>
                <a:lnTo>
                  <a:pt x="9879" y="13310"/>
                </a:lnTo>
                <a:lnTo>
                  <a:pt x="9660" y="13261"/>
                </a:lnTo>
                <a:lnTo>
                  <a:pt x="9466" y="13286"/>
                </a:lnTo>
                <a:lnTo>
                  <a:pt x="9028" y="13334"/>
                </a:lnTo>
                <a:lnTo>
                  <a:pt x="8590" y="13334"/>
                </a:lnTo>
                <a:lnTo>
                  <a:pt x="8176" y="13286"/>
                </a:lnTo>
                <a:lnTo>
                  <a:pt x="7957" y="13286"/>
                </a:lnTo>
                <a:lnTo>
                  <a:pt x="7616" y="13310"/>
                </a:lnTo>
                <a:lnTo>
                  <a:pt x="7276" y="13310"/>
                </a:lnTo>
                <a:lnTo>
                  <a:pt x="7203" y="13286"/>
                </a:lnTo>
                <a:lnTo>
                  <a:pt x="7178" y="13261"/>
                </a:lnTo>
                <a:lnTo>
                  <a:pt x="7203" y="13164"/>
                </a:lnTo>
                <a:lnTo>
                  <a:pt x="7178" y="13091"/>
                </a:lnTo>
                <a:lnTo>
                  <a:pt x="7154" y="13042"/>
                </a:lnTo>
                <a:lnTo>
                  <a:pt x="7105" y="12969"/>
                </a:lnTo>
                <a:lnTo>
                  <a:pt x="7057" y="12945"/>
                </a:lnTo>
                <a:lnTo>
                  <a:pt x="6984" y="12921"/>
                </a:lnTo>
                <a:lnTo>
                  <a:pt x="6911" y="12945"/>
                </a:lnTo>
                <a:lnTo>
                  <a:pt x="6838" y="12994"/>
                </a:lnTo>
                <a:lnTo>
                  <a:pt x="6594" y="13237"/>
                </a:lnTo>
                <a:lnTo>
                  <a:pt x="6302" y="13432"/>
                </a:lnTo>
                <a:lnTo>
                  <a:pt x="6205" y="13480"/>
                </a:lnTo>
                <a:lnTo>
                  <a:pt x="6059" y="13505"/>
                </a:lnTo>
                <a:lnTo>
                  <a:pt x="5913" y="13505"/>
                </a:lnTo>
                <a:lnTo>
                  <a:pt x="5767" y="13480"/>
                </a:lnTo>
                <a:lnTo>
                  <a:pt x="5645" y="13432"/>
                </a:lnTo>
                <a:lnTo>
                  <a:pt x="5548" y="13359"/>
                </a:lnTo>
                <a:lnTo>
                  <a:pt x="5524" y="13286"/>
                </a:lnTo>
                <a:lnTo>
                  <a:pt x="5524" y="13237"/>
                </a:lnTo>
                <a:lnTo>
                  <a:pt x="5524" y="13164"/>
                </a:lnTo>
                <a:lnTo>
                  <a:pt x="5548" y="13067"/>
                </a:lnTo>
                <a:lnTo>
                  <a:pt x="5548" y="12994"/>
                </a:lnTo>
                <a:lnTo>
                  <a:pt x="5524" y="12921"/>
                </a:lnTo>
                <a:lnTo>
                  <a:pt x="5475" y="12872"/>
                </a:lnTo>
                <a:lnTo>
                  <a:pt x="5426" y="12823"/>
                </a:lnTo>
                <a:lnTo>
                  <a:pt x="5353" y="12799"/>
                </a:lnTo>
                <a:lnTo>
                  <a:pt x="5280" y="12799"/>
                </a:lnTo>
                <a:lnTo>
                  <a:pt x="5207" y="12848"/>
                </a:lnTo>
                <a:lnTo>
                  <a:pt x="5159" y="12896"/>
                </a:lnTo>
                <a:lnTo>
                  <a:pt x="5086" y="13018"/>
                </a:lnTo>
                <a:lnTo>
                  <a:pt x="5013" y="13091"/>
                </a:lnTo>
                <a:lnTo>
                  <a:pt x="4842" y="13261"/>
                </a:lnTo>
                <a:lnTo>
                  <a:pt x="4648" y="13407"/>
                </a:lnTo>
                <a:lnTo>
                  <a:pt x="4453" y="13505"/>
                </a:lnTo>
                <a:lnTo>
                  <a:pt x="4331" y="13578"/>
                </a:lnTo>
                <a:lnTo>
                  <a:pt x="4185" y="13602"/>
                </a:lnTo>
                <a:lnTo>
                  <a:pt x="4137" y="13602"/>
                </a:lnTo>
                <a:lnTo>
                  <a:pt x="4088" y="13578"/>
                </a:lnTo>
                <a:lnTo>
                  <a:pt x="4088" y="13505"/>
                </a:lnTo>
                <a:lnTo>
                  <a:pt x="4088" y="13407"/>
                </a:lnTo>
                <a:lnTo>
                  <a:pt x="4210" y="12945"/>
                </a:lnTo>
                <a:lnTo>
                  <a:pt x="4210" y="12896"/>
                </a:lnTo>
                <a:lnTo>
                  <a:pt x="4210" y="12848"/>
                </a:lnTo>
                <a:lnTo>
                  <a:pt x="4161" y="12799"/>
                </a:lnTo>
                <a:lnTo>
                  <a:pt x="4112" y="12775"/>
                </a:lnTo>
                <a:close/>
                <a:moveTo>
                  <a:pt x="1266" y="13407"/>
                </a:moveTo>
                <a:lnTo>
                  <a:pt x="1266" y="14113"/>
                </a:lnTo>
                <a:lnTo>
                  <a:pt x="1168" y="14186"/>
                </a:lnTo>
                <a:lnTo>
                  <a:pt x="1071" y="14235"/>
                </a:lnTo>
                <a:lnTo>
                  <a:pt x="925" y="14381"/>
                </a:lnTo>
                <a:lnTo>
                  <a:pt x="779" y="14527"/>
                </a:lnTo>
                <a:lnTo>
                  <a:pt x="803" y="13748"/>
                </a:lnTo>
                <a:lnTo>
                  <a:pt x="925" y="13675"/>
                </a:lnTo>
                <a:lnTo>
                  <a:pt x="1047" y="13578"/>
                </a:lnTo>
                <a:lnTo>
                  <a:pt x="1241" y="13407"/>
                </a:lnTo>
                <a:close/>
                <a:moveTo>
                  <a:pt x="1266" y="14624"/>
                </a:moveTo>
                <a:lnTo>
                  <a:pt x="1266" y="14940"/>
                </a:lnTo>
                <a:lnTo>
                  <a:pt x="1193" y="14989"/>
                </a:lnTo>
                <a:lnTo>
                  <a:pt x="949" y="15208"/>
                </a:lnTo>
                <a:lnTo>
                  <a:pt x="730" y="15451"/>
                </a:lnTo>
                <a:lnTo>
                  <a:pt x="755" y="15062"/>
                </a:lnTo>
                <a:lnTo>
                  <a:pt x="876" y="14989"/>
                </a:lnTo>
                <a:lnTo>
                  <a:pt x="974" y="14892"/>
                </a:lnTo>
                <a:lnTo>
                  <a:pt x="1168" y="14697"/>
                </a:lnTo>
                <a:lnTo>
                  <a:pt x="1266" y="14624"/>
                </a:lnTo>
                <a:close/>
                <a:moveTo>
                  <a:pt x="1241" y="15451"/>
                </a:moveTo>
                <a:lnTo>
                  <a:pt x="1241" y="15500"/>
                </a:lnTo>
                <a:lnTo>
                  <a:pt x="1217" y="15841"/>
                </a:lnTo>
                <a:lnTo>
                  <a:pt x="1071" y="15962"/>
                </a:lnTo>
                <a:lnTo>
                  <a:pt x="925" y="16108"/>
                </a:lnTo>
                <a:lnTo>
                  <a:pt x="682" y="16400"/>
                </a:lnTo>
                <a:lnTo>
                  <a:pt x="706" y="15695"/>
                </a:lnTo>
                <a:lnTo>
                  <a:pt x="755" y="15719"/>
                </a:lnTo>
                <a:lnTo>
                  <a:pt x="828" y="15743"/>
                </a:lnTo>
                <a:lnTo>
                  <a:pt x="876" y="15743"/>
                </a:lnTo>
                <a:lnTo>
                  <a:pt x="949" y="15695"/>
                </a:lnTo>
                <a:lnTo>
                  <a:pt x="1241" y="15451"/>
                </a:lnTo>
                <a:close/>
                <a:moveTo>
                  <a:pt x="1168" y="16327"/>
                </a:moveTo>
                <a:lnTo>
                  <a:pt x="1120" y="17009"/>
                </a:lnTo>
                <a:lnTo>
                  <a:pt x="998" y="17082"/>
                </a:lnTo>
                <a:lnTo>
                  <a:pt x="876" y="17179"/>
                </a:lnTo>
                <a:lnTo>
                  <a:pt x="682" y="17373"/>
                </a:lnTo>
                <a:lnTo>
                  <a:pt x="584" y="17495"/>
                </a:lnTo>
                <a:lnTo>
                  <a:pt x="657" y="16668"/>
                </a:lnTo>
                <a:lnTo>
                  <a:pt x="803" y="16619"/>
                </a:lnTo>
                <a:lnTo>
                  <a:pt x="949" y="16522"/>
                </a:lnTo>
                <a:lnTo>
                  <a:pt x="1168" y="16327"/>
                </a:lnTo>
                <a:close/>
                <a:moveTo>
                  <a:pt x="6813" y="463"/>
                </a:moveTo>
                <a:lnTo>
                  <a:pt x="8322" y="487"/>
                </a:lnTo>
                <a:lnTo>
                  <a:pt x="9830" y="560"/>
                </a:lnTo>
                <a:lnTo>
                  <a:pt x="12848" y="706"/>
                </a:lnTo>
                <a:lnTo>
                  <a:pt x="12775" y="901"/>
                </a:lnTo>
                <a:lnTo>
                  <a:pt x="12750" y="1071"/>
                </a:lnTo>
                <a:lnTo>
                  <a:pt x="12677" y="1484"/>
                </a:lnTo>
                <a:lnTo>
                  <a:pt x="12677" y="1874"/>
                </a:lnTo>
                <a:lnTo>
                  <a:pt x="12702" y="2312"/>
                </a:lnTo>
                <a:lnTo>
                  <a:pt x="12775" y="3115"/>
                </a:lnTo>
                <a:lnTo>
                  <a:pt x="12799" y="3528"/>
                </a:lnTo>
                <a:lnTo>
                  <a:pt x="12823" y="3893"/>
                </a:lnTo>
                <a:lnTo>
                  <a:pt x="12823" y="3966"/>
                </a:lnTo>
                <a:lnTo>
                  <a:pt x="12872" y="4039"/>
                </a:lnTo>
                <a:lnTo>
                  <a:pt x="12896" y="4064"/>
                </a:lnTo>
                <a:lnTo>
                  <a:pt x="12945" y="4112"/>
                </a:lnTo>
                <a:lnTo>
                  <a:pt x="12994" y="4161"/>
                </a:lnTo>
                <a:lnTo>
                  <a:pt x="13067" y="4210"/>
                </a:lnTo>
                <a:lnTo>
                  <a:pt x="13261" y="4258"/>
                </a:lnTo>
                <a:lnTo>
                  <a:pt x="13456" y="4307"/>
                </a:lnTo>
                <a:lnTo>
                  <a:pt x="13870" y="4331"/>
                </a:lnTo>
                <a:lnTo>
                  <a:pt x="14697" y="4356"/>
                </a:lnTo>
                <a:lnTo>
                  <a:pt x="15500" y="4356"/>
                </a:lnTo>
                <a:lnTo>
                  <a:pt x="15889" y="4331"/>
                </a:lnTo>
                <a:lnTo>
                  <a:pt x="16279" y="4283"/>
                </a:lnTo>
                <a:lnTo>
                  <a:pt x="16254" y="5061"/>
                </a:lnTo>
                <a:lnTo>
                  <a:pt x="16279" y="5864"/>
                </a:lnTo>
                <a:lnTo>
                  <a:pt x="16303" y="6643"/>
                </a:lnTo>
                <a:lnTo>
                  <a:pt x="16303" y="7422"/>
                </a:lnTo>
                <a:lnTo>
                  <a:pt x="16254" y="9319"/>
                </a:lnTo>
                <a:lnTo>
                  <a:pt x="16254" y="10268"/>
                </a:lnTo>
                <a:lnTo>
                  <a:pt x="16254" y="11242"/>
                </a:lnTo>
                <a:lnTo>
                  <a:pt x="16303" y="13140"/>
                </a:lnTo>
                <a:lnTo>
                  <a:pt x="16352" y="15062"/>
                </a:lnTo>
                <a:lnTo>
                  <a:pt x="16327" y="15962"/>
                </a:lnTo>
                <a:lnTo>
                  <a:pt x="16327" y="16887"/>
                </a:lnTo>
                <a:lnTo>
                  <a:pt x="16327" y="17738"/>
                </a:lnTo>
                <a:lnTo>
                  <a:pt x="16303" y="18152"/>
                </a:lnTo>
                <a:lnTo>
                  <a:pt x="16254" y="18590"/>
                </a:lnTo>
                <a:lnTo>
                  <a:pt x="15889" y="18614"/>
                </a:lnTo>
                <a:lnTo>
                  <a:pt x="15524" y="18639"/>
                </a:lnTo>
                <a:lnTo>
                  <a:pt x="11923" y="18639"/>
                </a:lnTo>
                <a:lnTo>
                  <a:pt x="9733" y="18614"/>
                </a:lnTo>
                <a:lnTo>
                  <a:pt x="7616" y="18566"/>
                </a:lnTo>
                <a:lnTo>
                  <a:pt x="5524" y="18517"/>
                </a:lnTo>
                <a:lnTo>
                  <a:pt x="4453" y="18517"/>
                </a:lnTo>
                <a:lnTo>
                  <a:pt x="3358" y="18566"/>
                </a:lnTo>
                <a:lnTo>
                  <a:pt x="2701" y="18566"/>
                </a:lnTo>
                <a:lnTo>
                  <a:pt x="2360" y="18590"/>
                </a:lnTo>
                <a:lnTo>
                  <a:pt x="2020" y="18639"/>
                </a:lnTo>
                <a:lnTo>
                  <a:pt x="1971" y="18590"/>
                </a:lnTo>
                <a:lnTo>
                  <a:pt x="1922" y="18517"/>
                </a:lnTo>
                <a:lnTo>
                  <a:pt x="1849" y="18493"/>
                </a:lnTo>
                <a:lnTo>
                  <a:pt x="1776" y="18493"/>
                </a:lnTo>
                <a:lnTo>
                  <a:pt x="1703" y="18298"/>
                </a:lnTo>
                <a:lnTo>
                  <a:pt x="1655" y="18103"/>
                </a:lnTo>
                <a:lnTo>
                  <a:pt x="1703" y="18030"/>
                </a:lnTo>
                <a:lnTo>
                  <a:pt x="1703" y="17957"/>
                </a:lnTo>
                <a:lnTo>
                  <a:pt x="1679" y="17884"/>
                </a:lnTo>
                <a:lnTo>
                  <a:pt x="1631" y="17811"/>
                </a:lnTo>
                <a:lnTo>
                  <a:pt x="1631" y="17398"/>
                </a:lnTo>
                <a:lnTo>
                  <a:pt x="1631" y="17009"/>
                </a:lnTo>
                <a:lnTo>
                  <a:pt x="1679" y="16133"/>
                </a:lnTo>
                <a:lnTo>
                  <a:pt x="1728" y="15281"/>
                </a:lnTo>
                <a:lnTo>
                  <a:pt x="1728" y="15086"/>
                </a:lnTo>
                <a:lnTo>
                  <a:pt x="1752" y="15038"/>
                </a:lnTo>
                <a:lnTo>
                  <a:pt x="1776" y="14965"/>
                </a:lnTo>
                <a:lnTo>
                  <a:pt x="1776" y="14916"/>
                </a:lnTo>
                <a:lnTo>
                  <a:pt x="1728" y="14843"/>
                </a:lnTo>
                <a:lnTo>
                  <a:pt x="1728" y="13018"/>
                </a:lnTo>
                <a:lnTo>
                  <a:pt x="1801" y="12945"/>
                </a:lnTo>
                <a:lnTo>
                  <a:pt x="1825" y="12848"/>
                </a:lnTo>
                <a:lnTo>
                  <a:pt x="1825" y="12775"/>
                </a:lnTo>
                <a:lnTo>
                  <a:pt x="1776" y="12726"/>
                </a:lnTo>
                <a:lnTo>
                  <a:pt x="1728" y="12677"/>
                </a:lnTo>
                <a:lnTo>
                  <a:pt x="1728" y="11071"/>
                </a:lnTo>
                <a:lnTo>
                  <a:pt x="1752" y="11023"/>
                </a:lnTo>
                <a:lnTo>
                  <a:pt x="1752" y="10974"/>
                </a:lnTo>
                <a:lnTo>
                  <a:pt x="1752" y="10925"/>
                </a:lnTo>
                <a:lnTo>
                  <a:pt x="1728" y="10852"/>
                </a:lnTo>
                <a:lnTo>
                  <a:pt x="1728" y="10049"/>
                </a:lnTo>
                <a:lnTo>
                  <a:pt x="1801" y="7373"/>
                </a:lnTo>
                <a:lnTo>
                  <a:pt x="1874" y="6059"/>
                </a:lnTo>
                <a:lnTo>
                  <a:pt x="1947" y="4721"/>
                </a:lnTo>
                <a:lnTo>
                  <a:pt x="1971" y="4137"/>
                </a:lnTo>
                <a:lnTo>
                  <a:pt x="1971" y="3553"/>
                </a:lnTo>
                <a:lnTo>
                  <a:pt x="1922" y="2969"/>
                </a:lnTo>
                <a:lnTo>
                  <a:pt x="1898" y="2360"/>
                </a:lnTo>
                <a:lnTo>
                  <a:pt x="1849" y="1825"/>
                </a:lnTo>
                <a:lnTo>
                  <a:pt x="1801" y="1290"/>
                </a:lnTo>
                <a:lnTo>
                  <a:pt x="1752" y="925"/>
                </a:lnTo>
                <a:lnTo>
                  <a:pt x="1703" y="755"/>
                </a:lnTo>
                <a:lnTo>
                  <a:pt x="1703" y="560"/>
                </a:lnTo>
                <a:lnTo>
                  <a:pt x="2141" y="609"/>
                </a:lnTo>
                <a:lnTo>
                  <a:pt x="2579" y="609"/>
                </a:lnTo>
                <a:lnTo>
                  <a:pt x="3455" y="584"/>
                </a:lnTo>
                <a:lnTo>
                  <a:pt x="5134" y="511"/>
                </a:lnTo>
                <a:lnTo>
                  <a:pt x="5962" y="487"/>
                </a:lnTo>
                <a:lnTo>
                  <a:pt x="6813" y="463"/>
                </a:lnTo>
                <a:close/>
                <a:moveTo>
                  <a:pt x="1120" y="17544"/>
                </a:moveTo>
                <a:lnTo>
                  <a:pt x="1144" y="17982"/>
                </a:lnTo>
                <a:lnTo>
                  <a:pt x="949" y="18176"/>
                </a:lnTo>
                <a:lnTo>
                  <a:pt x="779" y="18371"/>
                </a:lnTo>
                <a:lnTo>
                  <a:pt x="682" y="18517"/>
                </a:lnTo>
                <a:lnTo>
                  <a:pt x="584" y="18663"/>
                </a:lnTo>
                <a:lnTo>
                  <a:pt x="536" y="18858"/>
                </a:lnTo>
                <a:lnTo>
                  <a:pt x="513" y="19015"/>
                </a:lnTo>
                <a:lnTo>
                  <a:pt x="511" y="18979"/>
                </a:lnTo>
                <a:lnTo>
                  <a:pt x="511" y="18468"/>
                </a:lnTo>
                <a:lnTo>
                  <a:pt x="536" y="17982"/>
                </a:lnTo>
                <a:lnTo>
                  <a:pt x="657" y="17909"/>
                </a:lnTo>
                <a:lnTo>
                  <a:pt x="779" y="17836"/>
                </a:lnTo>
                <a:lnTo>
                  <a:pt x="974" y="17665"/>
                </a:lnTo>
                <a:lnTo>
                  <a:pt x="1120" y="17544"/>
                </a:lnTo>
                <a:close/>
                <a:moveTo>
                  <a:pt x="1266" y="18468"/>
                </a:moveTo>
                <a:lnTo>
                  <a:pt x="1314" y="18663"/>
                </a:lnTo>
                <a:lnTo>
                  <a:pt x="1412" y="18833"/>
                </a:lnTo>
                <a:lnTo>
                  <a:pt x="1144" y="19150"/>
                </a:lnTo>
                <a:lnTo>
                  <a:pt x="876" y="19539"/>
                </a:lnTo>
                <a:lnTo>
                  <a:pt x="633" y="19928"/>
                </a:lnTo>
                <a:lnTo>
                  <a:pt x="584" y="19685"/>
                </a:lnTo>
                <a:lnTo>
                  <a:pt x="536" y="19466"/>
                </a:lnTo>
                <a:lnTo>
                  <a:pt x="514" y="19031"/>
                </a:lnTo>
                <a:lnTo>
                  <a:pt x="514" y="19031"/>
                </a:lnTo>
                <a:lnTo>
                  <a:pt x="536" y="19052"/>
                </a:lnTo>
                <a:lnTo>
                  <a:pt x="584" y="19052"/>
                </a:lnTo>
                <a:lnTo>
                  <a:pt x="779" y="18955"/>
                </a:lnTo>
                <a:lnTo>
                  <a:pt x="949" y="18809"/>
                </a:lnTo>
                <a:lnTo>
                  <a:pt x="1266" y="18468"/>
                </a:lnTo>
                <a:close/>
                <a:moveTo>
                  <a:pt x="15427" y="19101"/>
                </a:moveTo>
                <a:lnTo>
                  <a:pt x="15427" y="19296"/>
                </a:lnTo>
                <a:lnTo>
                  <a:pt x="15427" y="19490"/>
                </a:lnTo>
                <a:lnTo>
                  <a:pt x="15451" y="19904"/>
                </a:lnTo>
                <a:lnTo>
                  <a:pt x="15086" y="19953"/>
                </a:lnTo>
                <a:lnTo>
                  <a:pt x="15086" y="19953"/>
                </a:lnTo>
                <a:lnTo>
                  <a:pt x="15159" y="19734"/>
                </a:lnTo>
                <a:lnTo>
                  <a:pt x="15257" y="19417"/>
                </a:lnTo>
                <a:lnTo>
                  <a:pt x="15281" y="19271"/>
                </a:lnTo>
                <a:lnTo>
                  <a:pt x="15281" y="19101"/>
                </a:lnTo>
                <a:close/>
                <a:moveTo>
                  <a:pt x="15038" y="19101"/>
                </a:moveTo>
                <a:lnTo>
                  <a:pt x="14989" y="19174"/>
                </a:lnTo>
                <a:lnTo>
                  <a:pt x="14940" y="19271"/>
                </a:lnTo>
                <a:lnTo>
                  <a:pt x="14843" y="19442"/>
                </a:lnTo>
                <a:lnTo>
                  <a:pt x="14721" y="19782"/>
                </a:lnTo>
                <a:lnTo>
                  <a:pt x="14600" y="20026"/>
                </a:lnTo>
                <a:lnTo>
                  <a:pt x="14356" y="20050"/>
                </a:lnTo>
                <a:lnTo>
                  <a:pt x="14429" y="19758"/>
                </a:lnTo>
                <a:lnTo>
                  <a:pt x="14502" y="19563"/>
                </a:lnTo>
                <a:lnTo>
                  <a:pt x="14551" y="19344"/>
                </a:lnTo>
                <a:lnTo>
                  <a:pt x="14575" y="19198"/>
                </a:lnTo>
                <a:lnTo>
                  <a:pt x="14551" y="19125"/>
                </a:lnTo>
                <a:lnTo>
                  <a:pt x="15038" y="19101"/>
                </a:lnTo>
                <a:close/>
                <a:moveTo>
                  <a:pt x="9782" y="19052"/>
                </a:moveTo>
                <a:lnTo>
                  <a:pt x="9660" y="19296"/>
                </a:lnTo>
                <a:lnTo>
                  <a:pt x="9563" y="19563"/>
                </a:lnTo>
                <a:lnTo>
                  <a:pt x="9490" y="19831"/>
                </a:lnTo>
                <a:lnTo>
                  <a:pt x="9441" y="20074"/>
                </a:lnTo>
                <a:lnTo>
                  <a:pt x="9028" y="20074"/>
                </a:lnTo>
                <a:lnTo>
                  <a:pt x="9101" y="19831"/>
                </a:lnTo>
                <a:lnTo>
                  <a:pt x="9174" y="19636"/>
                </a:lnTo>
                <a:lnTo>
                  <a:pt x="9320" y="19344"/>
                </a:lnTo>
                <a:lnTo>
                  <a:pt x="9368" y="19174"/>
                </a:lnTo>
                <a:lnTo>
                  <a:pt x="9393" y="19101"/>
                </a:lnTo>
                <a:lnTo>
                  <a:pt x="9368" y="19052"/>
                </a:lnTo>
                <a:close/>
                <a:moveTo>
                  <a:pt x="10779" y="19077"/>
                </a:moveTo>
                <a:lnTo>
                  <a:pt x="10585" y="19296"/>
                </a:lnTo>
                <a:lnTo>
                  <a:pt x="10439" y="19539"/>
                </a:lnTo>
                <a:lnTo>
                  <a:pt x="10366" y="19685"/>
                </a:lnTo>
                <a:lnTo>
                  <a:pt x="10317" y="19807"/>
                </a:lnTo>
                <a:lnTo>
                  <a:pt x="10268" y="19953"/>
                </a:lnTo>
                <a:lnTo>
                  <a:pt x="10244" y="20074"/>
                </a:lnTo>
                <a:lnTo>
                  <a:pt x="9879" y="20074"/>
                </a:lnTo>
                <a:lnTo>
                  <a:pt x="9903" y="19977"/>
                </a:lnTo>
                <a:lnTo>
                  <a:pt x="9976" y="19734"/>
                </a:lnTo>
                <a:lnTo>
                  <a:pt x="10049" y="19515"/>
                </a:lnTo>
                <a:lnTo>
                  <a:pt x="10122" y="19320"/>
                </a:lnTo>
                <a:lnTo>
                  <a:pt x="10195" y="19198"/>
                </a:lnTo>
                <a:lnTo>
                  <a:pt x="10220" y="19077"/>
                </a:lnTo>
                <a:close/>
                <a:moveTo>
                  <a:pt x="9076" y="19028"/>
                </a:moveTo>
                <a:lnTo>
                  <a:pt x="9003" y="19150"/>
                </a:lnTo>
                <a:lnTo>
                  <a:pt x="8906" y="19271"/>
                </a:lnTo>
                <a:lnTo>
                  <a:pt x="8809" y="19466"/>
                </a:lnTo>
                <a:lnTo>
                  <a:pt x="8711" y="19685"/>
                </a:lnTo>
                <a:lnTo>
                  <a:pt x="8638" y="19880"/>
                </a:lnTo>
                <a:lnTo>
                  <a:pt x="8590" y="19977"/>
                </a:lnTo>
                <a:lnTo>
                  <a:pt x="8565" y="20074"/>
                </a:lnTo>
                <a:lnTo>
                  <a:pt x="8054" y="20099"/>
                </a:lnTo>
                <a:lnTo>
                  <a:pt x="8079" y="19953"/>
                </a:lnTo>
                <a:lnTo>
                  <a:pt x="8176" y="19734"/>
                </a:lnTo>
                <a:lnTo>
                  <a:pt x="8273" y="19490"/>
                </a:lnTo>
                <a:lnTo>
                  <a:pt x="8395" y="19296"/>
                </a:lnTo>
                <a:lnTo>
                  <a:pt x="8468" y="19150"/>
                </a:lnTo>
                <a:lnTo>
                  <a:pt x="8517" y="19028"/>
                </a:lnTo>
                <a:close/>
                <a:moveTo>
                  <a:pt x="10901" y="19077"/>
                </a:moveTo>
                <a:lnTo>
                  <a:pt x="10998" y="19101"/>
                </a:lnTo>
                <a:lnTo>
                  <a:pt x="11631" y="19101"/>
                </a:lnTo>
                <a:lnTo>
                  <a:pt x="11509" y="19247"/>
                </a:lnTo>
                <a:lnTo>
                  <a:pt x="11412" y="19393"/>
                </a:lnTo>
                <a:lnTo>
                  <a:pt x="11266" y="19685"/>
                </a:lnTo>
                <a:lnTo>
                  <a:pt x="11193" y="19880"/>
                </a:lnTo>
                <a:lnTo>
                  <a:pt x="11144" y="20001"/>
                </a:lnTo>
                <a:lnTo>
                  <a:pt x="11144" y="20099"/>
                </a:lnTo>
                <a:lnTo>
                  <a:pt x="11047" y="20099"/>
                </a:lnTo>
                <a:lnTo>
                  <a:pt x="10609" y="20074"/>
                </a:lnTo>
                <a:lnTo>
                  <a:pt x="10658" y="19831"/>
                </a:lnTo>
                <a:lnTo>
                  <a:pt x="10731" y="19588"/>
                </a:lnTo>
                <a:lnTo>
                  <a:pt x="10901" y="19077"/>
                </a:lnTo>
                <a:close/>
                <a:moveTo>
                  <a:pt x="14356" y="19125"/>
                </a:moveTo>
                <a:lnTo>
                  <a:pt x="14308" y="19198"/>
                </a:lnTo>
                <a:lnTo>
                  <a:pt x="14186" y="19393"/>
                </a:lnTo>
                <a:lnTo>
                  <a:pt x="14089" y="19563"/>
                </a:lnTo>
                <a:lnTo>
                  <a:pt x="13991" y="19782"/>
                </a:lnTo>
                <a:lnTo>
                  <a:pt x="13918" y="20001"/>
                </a:lnTo>
                <a:lnTo>
                  <a:pt x="13870" y="20074"/>
                </a:lnTo>
                <a:lnTo>
                  <a:pt x="13334" y="20099"/>
                </a:lnTo>
                <a:lnTo>
                  <a:pt x="13432" y="19880"/>
                </a:lnTo>
                <a:lnTo>
                  <a:pt x="13529" y="19685"/>
                </a:lnTo>
                <a:lnTo>
                  <a:pt x="13651" y="19393"/>
                </a:lnTo>
                <a:lnTo>
                  <a:pt x="13675" y="19344"/>
                </a:lnTo>
                <a:lnTo>
                  <a:pt x="13675" y="19271"/>
                </a:lnTo>
                <a:lnTo>
                  <a:pt x="13675" y="19198"/>
                </a:lnTo>
                <a:lnTo>
                  <a:pt x="13675" y="19150"/>
                </a:lnTo>
                <a:lnTo>
                  <a:pt x="13675" y="19125"/>
                </a:lnTo>
                <a:close/>
                <a:moveTo>
                  <a:pt x="7665" y="18979"/>
                </a:moveTo>
                <a:lnTo>
                  <a:pt x="8176" y="19004"/>
                </a:lnTo>
                <a:lnTo>
                  <a:pt x="8079" y="19125"/>
                </a:lnTo>
                <a:lnTo>
                  <a:pt x="7981" y="19271"/>
                </a:lnTo>
                <a:lnTo>
                  <a:pt x="7860" y="19490"/>
                </a:lnTo>
                <a:lnTo>
                  <a:pt x="7738" y="19782"/>
                </a:lnTo>
                <a:lnTo>
                  <a:pt x="7689" y="19953"/>
                </a:lnTo>
                <a:lnTo>
                  <a:pt x="7689" y="20099"/>
                </a:lnTo>
                <a:lnTo>
                  <a:pt x="6984" y="20123"/>
                </a:lnTo>
                <a:lnTo>
                  <a:pt x="7057" y="19977"/>
                </a:lnTo>
                <a:lnTo>
                  <a:pt x="7130" y="19831"/>
                </a:lnTo>
                <a:lnTo>
                  <a:pt x="7324" y="19563"/>
                </a:lnTo>
                <a:lnTo>
                  <a:pt x="7519" y="19271"/>
                </a:lnTo>
                <a:lnTo>
                  <a:pt x="7592" y="19125"/>
                </a:lnTo>
                <a:lnTo>
                  <a:pt x="7665" y="18979"/>
                </a:lnTo>
                <a:close/>
                <a:moveTo>
                  <a:pt x="11972" y="19101"/>
                </a:moveTo>
                <a:lnTo>
                  <a:pt x="12556" y="19125"/>
                </a:lnTo>
                <a:lnTo>
                  <a:pt x="12483" y="19223"/>
                </a:lnTo>
                <a:lnTo>
                  <a:pt x="12410" y="19320"/>
                </a:lnTo>
                <a:lnTo>
                  <a:pt x="12312" y="19563"/>
                </a:lnTo>
                <a:lnTo>
                  <a:pt x="12239" y="19855"/>
                </a:lnTo>
                <a:lnTo>
                  <a:pt x="12166" y="20123"/>
                </a:lnTo>
                <a:lnTo>
                  <a:pt x="11558" y="20099"/>
                </a:lnTo>
                <a:lnTo>
                  <a:pt x="11582" y="19953"/>
                </a:lnTo>
                <a:lnTo>
                  <a:pt x="11655" y="19807"/>
                </a:lnTo>
                <a:lnTo>
                  <a:pt x="11801" y="19563"/>
                </a:lnTo>
                <a:lnTo>
                  <a:pt x="11899" y="19369"/>
                </a:lnTo>
                <a:lnTo>
                  <a:pt x="11947" y="19247"/>
                </a:lnTo>
                <a:lnTo>
                  <a:pt x="11972" y="19101"/>
                </a:lnTo>
                <a:close/>
                <a:moveTo>
                  <a:pt x="13602" y="19125"/>
                </a:moveTo>
                <a:lnTo>
                  <a:pt x="13505" y="19174"/>
                </a:lnTo>
                <a:lnTo>
                  <a:pt x="13383" y="19247"/>
                </a:lnTo>
                <a:lnTo>
                  <a:pt x="13261" y="19393"/>
                </a:lnTo>
                <a:lnTo>
                  <a:pt x="13164" y="19539"/>
                </a:lnTo>
                <a:lnTo>
                  <a:pt x="13018" y="19831"/>
                </a:lnTo>
                <a:lnTo>
                  <a:pt x="12896" y="20123"/>
                </a:lnTo>
                <a:lnTo>
                  <a:pt x="12580" y="20123"/>
                </a:lnTo>
                <a:lnTo>
                  <a:pt x="12653" y="19807"/>
                </a:lnTo>
                <a:lnTo>
                  <a:pt x="12750" y="19490"/>
                </a:lnTo>
                <a:lnTo>
                  <a:pt x="12848" y="19150"/>
                </a:lnTo>
                <a:lnTo>
                  <a:pt x="12848" y="19125"/>
                </a:lnTo>
                <a:close/>
                <a:moveTo>
                  <a:pt x="6813" y="18955"/>
                </a:moveTo>
                <a:lnTo>
                  <a:pt x="7300" y="18979"/>
                </a:lnTo>
                <a:lnTo>
                  <a:pt x="7178" y="19101"/>
                </a:lnTo>
                <a:lnTo>
                  <a:pt x="7081" y="19223"/>
                </a:lnTo>
                <a:lnTo>
                  <a:pt x="6862" y="19515"/>
                </a:lnTo>
                <a:lnTo>
                  <a:pt x="6716" y="19831"/>
                </a:lnTo>
                <a:lnTo>
                  <a:pt x="6594" y="20147"/>
                </a:lnTo>
                <a:lnTo>
                  <a:pt x="6278" y="20147"/>
                </a:lnTo>
                <a:lnTo>
                  <a:pt x="6351" y="20001"/>
                </a:lnTo>
                <a:lnTo>
                  <a:pt x="6375" y="19855"/>
                </a:lnTo>
                <a:lnTo>
                  <a:pt x="6424" y="19685"/>
                </a:lnTo>
                <a:lnTo>
                  <a:pt x="6473" y="19539"/>
                </a:lnTo>
                <a:lnTo>
                  <a:pt x="6643" y="19247"/>
                </a:lnTo>
                <a:lnTo>
                  <a:pt x="6813" y="18955"/>
                </a:lnTo>
                <a:close/>
                <a:moveTo>
                  <a:pt x="6375" y="18955"/>
                </a:moveTo>
                <a:lnTo>
                  <a:pt x="6229" y="19198"/>
                </a:lnTo>
                <a:lnTo>
                  <a:pt x="6132" y="19417"/>
                </a:lnTo>
                <a:lnTo>
                  <a:pt x="6035" y="19588"/>
                </a:lnTo>
                <a:lnTo>
                  <a:pt x="5962" y="19782"/>
                </a:lnTo>
                <a:lnTo>
                  <a:pt x="5913" y="19977"/>
                </a:lnTo>
                <a:lnTo>
                  <a:pt x="5913" y="20074"/>
                </a:lnTo>
                <a:lnTo>
                  <a:pt x="5937" y="20172"/>
                </a:lnTo>
                <a:lnTo>
                  <a:pt x="5086" y="20220"/>
                </a:lnTo>
                <a:lnTo>
                  <a:pt x="5207" y="19977"/>
                </a:lnTo>
                <a:lnTo>
                  <a:pt x="5305" y="19734"/>
                </a:lnTo>
                <a:lnTo>
                  <a:pt x="5572" y="19320"/>
                </a:lnTo>
                <a:lnTo>
                  <a:pt x="5670" y="19150"/>
                </a:lnTo>
                <a:lnTo>
                  <a:pt x="5718" y="19052"/>
                </a:lnTo>
                <a:lnTo>
                  <a:pt x="5743" y="19004"/>
                </a:lnTo>
                <a:lnTo>
                  <a:pt x="5694" y="19052"/>
                </a:lnTo>
                <a:lnTo>
                  <a:pt x="5694" y="19052"/>
                </a:lnTo>
                <a:lnTo>
                  <a:pt x="5718" y="19004"/>
                </a:lnTo>
                <a:lnTo>
                  <a:pt x="5718" y="18955"/>
                </a:lnTo>
                <a:close/>
                <a:moveTo>
                  <a:pt x="5451" y="18955"/>
                </a:moveTo>
                <a:lnTo>
                  <a:pt x="5305" y="19125"/>
                </a:lnTo>
                <a:lnTo>
                  <a:pt x="5183" y="19296"/>
                </a:lnTo>
                <a:lnTo>
                  <a:pt x="4940" y="19685"/>
                </a:lnTo>
                <a:lnTo>
                  <a:pt x="4794" y="19953"/>
                </a:lnTo>
                <a:lnTo>
                  <a:pt x="4745" y="20099"/>
                </a:lnTo>
                <a:lnTo>
                  <a:pt x="4721" y="20220"/>
                </a:lnTo>
                <a:lnTo>
                  <a:pt x="4210" y="20269"/>
                </a:lnTo>
                <a:lnTo>
                  <a:pt x="4210" y="20196"/>
                </a:lnTo>
                <a:lnTo>
                  <a:pt x="4307" y="19953"/>
                </a:lnTo>
                <a:lnTo>
                  <a:pt x="4429" y="19709"/>
                </a:lnTo>
                <a:lnTo>
                  <a:pt x="4623" y="19369"/>
                </a:lnTo>
                <a:lnTo>
                  <a:pt x="4672" y="19271"/>
                </a:lnTo>
                <a:lnTo>
                  <a:pt x="4696" y="19198"/>
                </a:lnTo>
                <a:lnTo>
                  <a:pt x="4696" y="19101"/>
                </a:lnTo>
                <a:lnTo>
                  <a:pt x="4672" y="19004"/>
                </a:lnTo>
                <a:lnTo>
                  <a:pt x="4550" y="19004"/>
                </a:lnTo>
                <a:lnTo>
                  <a:pt x="4453" y="19077"/>
                </a:lnTo>
                <a:lnTo>
                  <a:pt x="4356" y="19150"/>
                </a:lnTo>
                <a:lnTo>
                  <a:pt x="4258" y="19271"/>
                </a:lnTo>
                <a:lnTo>
                  <a:pt x="4112" y="19490"/>
                </a:lnTo>
                <a:lnTo>
                  <a:pt x="4015" y="19709"/>
                </a:lnTo>
                <a:lnTo>
                  <a:pt x="3869" y="19977"/>
                </a:lnTo>
                <a:lnTo>
                  <a:pt x="3820" y="20123"/>
                </a:lnTo>
                <a:lnTo>
                  <a:pt x="3772" y="20293"/>
                </a:lnTo>
                <a:lnTo>
                  <a:pt x="3358" y="20318"/>
                </a:lnTo>
                <a:lnTo>
                  <a:pt x="3382" y="20172"/>
                </a:lnTo>
                <a:lnTo>
                  <a:pt x="3455" y="19928"/>
                </a:lnTo>
                <a:lnTo>
                  <a:pt x="3553" y="19709"/>
                </a:lnTo>
                <a:lnTo>
                  <a:pt x="3747" y="19320"/>
                </a:lnTo>
                <a:lnTo>
                  <a:pt x="3942" y="18955"/>
                </a:lnTo>
                <a:close/>
                <a:moveTo>
                  <a:pt x="1825" y="19028"/>
                </a:moveTo>
                <a:lnTo>
                  <a:pt x="2166" y="19052"/>
                </a:lnTo>
                <a:lnTo>
                  <a:pt x="2482" y="19052"/>
                </a:lnTo>
                <a:lnTo>
                  <a:pt x="2214" y="19393"/>
                </a:lnTo>
                <a:lnTo>
                  <a:pt x="1971" y="19758"/>
                </a:lnTo>
                <a:lnTo>
                  <a:pt x="1752" y="20099"/>
                </a:lnTo>
                <a:lnTo>
                  <a:pt x="1679" y="20245"/>
                </a:lnTo>
                <a:lnTo>
                  <a:pt x="1631" y="20366"/>
                </a:lnTo>
                <a:lnTo>
                  <a:pt x="1558" y="20366"/>
                </a:lnTo>
                <a:lnTo>
                  <a:pt x="1217" y="20342"/>
                </a:lnTo>
                <a:lnTo>
                  <a:pt x="876" y="20318"/>
                </a:lnTo>
                <a:lnTo>
                  <a:pt x="1120" y="20001"/>
                </a:lnTo>
                <a:lnTo>
                  <a:pt x="1363" y="19685"/>
                </a:lnTo>
                <a:lnTo>
                  <a:pt x="1582" y="19344"/>
                </a:lnTo>
                <a:lnTo>
                  <a:pt x="1825" y="19028"/>
                </a:lnTo>
                <a:close/>
                <a:moveTo>
                  <a:pt x="3650" y="18955"/>
                </a:moveTo>
                <a:lnTo>
                  <a:pt x="3528" y="19077"/>
                </a:lnTo>
                <a:lnTo>
                  <a:pt x="3431" y="19223"/>
                </a:lnTo>
                <a:lnTo>
                  <a:pt x="3236" y="19539"/>
                </a:lnTo>
                <a:lnTo>
                  <a:pt x="3163" y="19709"/>
                </a:lnTo>
                <a:lnTo>
                  <a:pt x="3066" y="19904"/>
                </a:lnTo>
                <a:lnTo>
                  <a:pt x="2993" y="20123"/>
                </a:lnTo>
                <a:lnTo>
                  <a:pt x="2993" y="20220"/>
                </a:lnTo>
                <a:lnTo>
                  <a:pt x="2993" y="20342"/>
                </a:lnTo>
                <a:lnTo>
                  <a:pt x="2044" y="20391"/>
                </a:lnTo>
                <a:lnTo>
                  <a:pt x="2214" y="20123"/>
                </a:lnTo>
                <a:lnTo>
                  <a:pt x="2360" y="19928"/>
                </a:lnTo>
                <a:lnTo>
                  <a:pt x="2677" y="19442"/>
                </a:lnTo>
                <a:lnTo>
                  <a:pt x="2847" y="19198"/>
                </a:lnTo>
                <a:lnTo>
                  <a:pt x="2969" y="19101"/>
                </a:lnTo>
                <a:lnTo>
                  <a:pt x="3066" y="19004"/>
                </a:lnTo>
                <a:lnTo>
                  <a:pt x="3650" y="18955"/>
                </a:lnTo>
                <a:close/>
                <a:moveTo>
                  <a:pt x="6619" y="0"/>
                </a:moveTo>
                <a:lnTo>
                  <a:pt x="5791" y="25"/>
                </a:lnTo>
                <a:lnTo>
                  <a:pt x="4940" y="49"/>
                </a:lnTo>
                <a:lnTo>
                  <a:pt x="3261" y="146"/>
                </a:lnTo>
                <a:lnTo>
                  <a:pt x="2068" y="195"/>
                </a:lnTo>
                <a:lnTo>
                  <a:pt x="1874" y="195"/>
                </a:lnTo>
                <a:lnTo>
                  <a:pt x="1703" y="244"/>
                </a:lnTo>
                <a:lnTo>
                  <a:pt x="1631" y="219"/>
                </a:lnTo>
                <a:lnTo>
                  <a:pt x="1582" y="195"/>
                </a:lnTo>
                <a:lnTo>
                  <a:pt x="1509" y="219"/>
                </a:lnTo>
                <a:lnTo>
                  <a:pt x="1460" y="268"/>
                </a:lnTo>
                <a:lnTo>
                  <a:pt x="1387" y="390"/>
                </a:lnTo>
                <a:lnTo>
                  <a:pt x="1363" y="511"/>
                </a:lnTo>
                <a:lnTo>
                  <a:pt x="1339" y="755"/>
                </a:lnTo>
                <a:lnTo>
                  <a:pt x="1339" y="1047"/>
                </a:lnTo>
                <a:lnTo>
                  <a:pt x="1387" y="1314"/>
                </a:lnTo>
                <a:lnTo>
                  <a:pt x="1217" y="1290"/>
                </a:lnTo>
                <a:lnTo>
                  <a:pt x="1047" y="1290"/>
                </a:lnTo>
                <a:lnTo>
                  <a:pt x="706" y="1314"/>
                </a:lnTo>
                <a:lnTo>
                  <a:pt x="536" y="1314"/>
                </a:lnTo>
                <a:lnTo>
                  <a:pt x="341" y="1338"/>
                </a:lnTo>
                <a:lnTo>
                  <a:pt x="268" y="1363"/>
                </a:lnTo>
                <a:lnTo>
                  <a:pt x="195" y="1411"/>
                </a:lnTo>
                <a:lnTo>
                  <a:pt x="122" y="1460"/>
                </a:lnTo>
                <a:lnTo>
                  <a:pt x="122" y="1557"/>
                </a:lnTo>
                <a:lnTo>
                  <a:pt x="122" y="1630"/>
                </a:lnTo>
                <a:lnTo>
                  <a:pt x="73" y="1874"/>
                </a:lnTo>
                <a:lnTo>
                  <a:pt x="49" y="2117"/>
                </a:lnTo>
                <a:lnTo>
                  <a:pt x="49" y="2652"/>
                </a:lnTo>
                <a:lnTo>
                  <a:pt x="73" y="3674"/>
                </a:lnTo>
                <a:lnTo>
                  <a:pt x="49" y="4891"/>
                </a:lnTo>
                <a:lnTo>
                  <a:pt x="25" y="6083"/>
                </a:lnTo>
                <a:lnTo>
                  <a:pt x="25" y="6765"/>
                </a:lnTo>
                <a:lnTo>
                  <a:pt x="49" y="7446"/>
                </a:lnTo>
                <a:lnTo>
                  <a:pt x="122" y="8809"/>
                </a:lnTo>
                <a:lnTo>
                  <a:pt x="219" y="10171"/>
                </a:lnTo>
                <a:lnTo>
                  <a:pt x="292" y="11534"/>
                </a:lnTo>
                <a:lnTo>
                  <a:pt x="317" y="12166"/>
                </a:lnTo>
                <a:lnTo>
                  <a:pt x="317" y="12799"/>
                </a:lnTo>
                <a:lnTo>
                  <a:pt x="292" y="14064"/>
                </a:lnTo>
                <a:lnTo>
                  <a:pt x="219" y="15330"/>
                </a:lnTo>
                <a:lnTo>
                  <a:pt x="146" y="16595"/>
                </a:lnTo>
                <a:lnTo>
                  <a:pt x="73" y="17519"/>
                </a:lnTo>
                <a:lnTo>
                  <a:pt x="25" y="17982"/>
                </a:lnTo>
                <a:lnTo>
                  <a:pt x="0" y="18444"/>
                </a:lnTo>
                <a:lnTo>
                  <a:pt x="0" y="18931"/>
                </a:lnTo>
                <a:lnTo>
                  <a:pt x="25" y="19393"/>
                </a:lnTo>
                <a:lnTo>
                  <a:pt x="98" y="19831"/>
                </a:lnTo>
                <a:lnTo>
                  <a:pt x="146" y="20050"/>
                </a:lnTo>
                <a:lnTo>
                  <a:pt x="219" y="20269"/>
                </a:lnTo>
                <a:lnTo>
                  <a:pt x="268" y="20366"/>
                </a:lnTo>
                <a:lnTo>
                  <a:pt x="365" y="20415"/>
                </a:lnTo>
                <a:lnTo>
                  <a:pt x="463" y="20439"/>
                </a:lnTo>
                <a:lnTo>
                  <a:pt x="536" y="20415"/>
                </a:lnTo>
                <a:lnTo>
                  <a:pt x="560" y="20512"/>
                </a:lnTo>
                <a:lnTo>
                  <a:pt x="609" y="20610"/>
                </a:lnTo>
                <a:lnTo>
                  <a:pt x="706" y="20658"/>
                </a:lnTo>
                <a:lnTo>
                  <a:pt x="803" y="20731"/>
                </a:lnTo>
                <a:lnTo>
                  <a:pt x="1047" y="20804"/>
                </a:lnTo>
                <a:lnTo>
                  <a:pt x="1339" y="20853"/>
                </a:lnTo>
                <a:lnTo>
                  <a:pt x="1631" y="20877"/>
                </a:lnTo>
                <a:lnTo>
                  <a:pt x="1922" y="20877"/>
                </a:lnTo>
                <a:lnTo>
                  <a:pt x="2312" y="20853"/>
                </a:lnTo>
                <a:lnTo>
                  <a:pt x="3188" y="20829"/>
                </a:lnTo>
                <a:lnTo>
                  <a:pt x="4039" y="20780"/>
                </a:lnTo>
                <a:lnTo>
                  <a:pt x="5767" y="20683"/>
                </a:lnTo>
                <a:lnTo>
                  <a:pt x="7057" y="20634"/>
                </a:lnTo>
                <a:lnTo>
                  <a:pt x="8322" y="20585"/>
                </a:lnTo>
                <a:lnTo>
                  <a:pt x="9611" y="20585"/>
                </a:lnTo>
                <a:lnTo>
                  <a:pt x="10877" y="20610"/>
                </a:lnTo>
                <a:lnTo>
                  <a:pt x="12239" y="20634"/>
                </a:lnTo>
                <a:lnTo>
                  <a:pt x="12337" y="20658"/>
                </a:lnTo>
                <a:lnTo>
                  <a:pt x="12434" y="20658"/>
                </a:lnTo>
                <a:lnTo>
                  <a:pt x="12458" y="20634"/>
                </a:lnTo>
                <a:lnTo>
                  <a:pt x="13261" y="20634"/>
                </a:lnTo>
                <a:lnTo>
                  <a:pt x="14040" y="20585"/>
                </a:lnTo>
                <a:lnTo>
                  <a:pt x="14843" y="20512"/>
                </a:lnTo>
                <a:lnTo>
                  <a:pt x="15622" y="20391"/>
                </a:lnTo>
                <a:lnTo>
                  <a:pt x="15695" y="20366"/>
                </a:lnTo>
                <a:lnTo>
                  <a:pt x="15743" y="20342"/>
                </a:lnTo>
                <a:lnTo>
                  <a:pt x="15865" y="20318"/>
                </a:lnTo>
                <a:lnTo>
                  <a:pt x="15962" y="20269"/>
                </a:lnTo>
                <a:lnTo>
                  <a:pt x="16011" y="20172"/>
                </a:lnTo>
                <a:lnTo>
                  <a:pt x="16035" y="20123"/>
                </a:lnTo>
                <a:lnTo>
                  <a:pt x="16035" y="20050"/>
                </a:lnTo>
                <a:lnTo>
                  <a:pt x="16011" y="19807"/>
                </a:lnTo>
                <a:lnTo>
                  <a:pt x="15962" y="19563"/>
                </a:lnTo>
                <a:lnTo>
                  <a:pt x="15938" y="19320"/>
                </a:lnTo>
                <a:lnTo>
                  <a:pt x="15938" y="19077"/>
                </a:lnTo>
                <a:lnTo>
                  <a:pt x="16400" y="19028"/>
                </a:lnTo>
                <a:lnTo>
                  <a:pt x="16522" y="18979"/>
                </a:lnTo>
                <a:lnTo>
                  <a:pt x="16595" y="18906"/>
                </a:lnTo>
                <a:lnTo>
                  <a:pt x="16668" y="18833"/>
                </a:lnTo>
                <a:lnTo>
                  <a:pt x="16717" y="18760"/>
                </a:lnTo>
                <a:lnTo>
                  <a:pt x="16790" y="18347"/>
                </a:lnTo>
                <a:lnTo>
                  <a:pt x="16838" y="17933"/>
                </a:lnTo>
                <a:lnTo>
                  <a:pt x="16863" y="17519"/>
                </a:lnTo>
                <a:lnTo>
                  <a:pt x="16863" y="17106"/>
                </a:lnTo>
                <a:lnTo>
                  <a:pt x="16863" y="16254"/>
                </a:lnTo>
                <a:lnTo>
                  <a:pt x="16838" y="15427"/>
                </a:lnTo>
                <a:lnTo>
                  <a:pt x="16838" y="14429"/>
                </a:lnTo>
                <a:lnTo>
                  <a:pt x="16814" y="13432"/>
                </a:lnTo>
                <a:lnTo>
                  <a:pt x="16765" y="11412"/>
                </a:lnTo>
                <a:lnTo>
                  <a:pt x="16765" y="10414"/>
                </a:lnTo>
                <a:lnTo>
                  <a:pt x="16765" y="9417"/>
                </a:lnTo>
                <a:lnTo>
                  <a:pt x="16814" y="7422"/>
                </a:lnTo>
                <a:lnTo>
                  <a:pt x="16814" y="6473"/>
                </a:lnTo>
                <a:lnTo>
                  <a:pt x="16814" y="5499"/>
                </a:lnTo>
                <a:lnTo>
                  <a:pt x="16814" y="5013"/>
                </a:lnTo>
                <a:lnTo>
                  <a:pt x="16765" y="4550"/>
                </a:lnTo>
                <a:lnTo>
                  <a:pt x="16717" y="4064"/>
                </a:lnTo>
                <a:lnTo>
                  <a:pt x="16619" y="3601"/>
                </a:lnTo>
                <a:lnTo>
                  <a:pt x="16571" y="3553"/>
                </a:lnTo>
                <a:lnTo>
                  <a:pt x="16522" y="3504"/>
                </a:lnTo>
                <a:lnTo>
                  <a:pt x="16425" y="3334"/>
                </a:lnTo>
                <a:lnTo>
                  <a:pt x="16303" y="3188"/>
                </a:lnTo>
                <a:lnTo>
                  <a:pt x="16060" y="2896"/>
                </a:lnTo>
                <a:lnTo>
                  <a:pt x="15792" y="2604"/>
                </a:lnTo>
                <a:lnTo>
                  <a:pt x="15524" y="2336"/>
                </a:lnTo>
                <a:lnTo>
                  <a:pt x="14989" y="1801"/>
                </a:lnTo>
                <a:lnTo>
                  <a:pt x="14502" y="1338"/>
                </a:lnTo>
                <a:lnTo>
                  <a:pt x="14259" y="1119"/>
                </a:lnTo>
                <a:lnTo>
                  <a:pt x="13991" y="901"/>
                </a:lnTo>
                <a:lnTo>
                  <a:pt x="13699" y="633"/>
                </a:lnTo>
                <a:lnTo>
                  <a:pt x="13529" y="487"/>
                </a:lnTo>
                <a:lnTo>
                  <a:pt x="13359" y="390"/>
                </a:lnTo>
                <a:lnTo>
                  <a:pt x="13334" y="317"/>
                </a:lnTo>
                <a:lnTo>
                  <a:pt x="13286" y="292"/>
                </a:lnTo>
                <a:lnTo>
                  <a:pt x="13237" y="268"/>
                </a:lnTo>
                <a:lnTo>
                  <a:pt x="13164" y="244"/>
                </a:lnTo>
                <a:lnTo>
                  <a:pt x="9903" y="73"/>
                </a:lnTo>
                <a:lnTo>
                  <a:pt x="8249" y="25"/>
                </a:lnTo>
                <a:lnTo>
                  <a:pt x="6619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D9EEB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5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Your Market</a:t>
            </a:r>
            <a:endParaRPr/>
          </a:p>
        </p:txBody>
      </p:sp>
      <p:sp>
        <p:nvSpPr>
          <p:cNvPr id="554" name="Google Shape;554;p15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555" name="Google Shape;55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411" y="1379998"/>
            <a:ext cx="3657601" cy="2628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5512" y="1412550"/>
            <a:ext cx="3472689" cy="2361428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15"/>
          <p:cNvSpPr/>
          <p:nvPr/>
        </p:nvSpPr>
        <p:spPr>
          <a:xfrm>
            <a:off x="3698657" y="558330"/>
            <a:ext cx="419616" cy="422785"/>
          </a:xfrm>
          <a:custGeom>
            <a:avLst/>
            <a:gdLst/>
            <a:ahLst/>
            <a:cxnLst/>
            <a:rect l="l" t="t" r="r" b="b"/>
            <a:pathLst>
              <a:path w="19200" h="19345" extrusionOk="0">
                <a:moveTo>
                  <a:pt x="15987" y="3382"/>
                </a:moveTo>
                <a:lnTo>
                  <a:pt x="16133" y="3528"/>
                </a:lnTo>
                <a:lnTo>
                  <a:pt x="15914" y="3577"/>
                </a:lnTo>
                <a:lnTo>
                  <a:pt x="15720" y="3601"/>
                </a:lnTo>
                <a:lnTo>
                  <a:pt x="15306" y="3626"/>
                </a:lnTo>
                <a:lnTo>
                  <a:pt x="15379" y="3601"/>
                </a:lnTo>
                <a:lnTo>
                  <a:pt x="15695" y="3504"/>
                </a:lnTo>
                <a:lnTo>
                  <a:pt x="15987" y="3382"/>
                </a:lnTo>
                <a:close/>
                <a:moveTo>
                  <a:pt x="10707" y="2628"/>
                </a:moveTo>
                <a:lnTo>
                  <a:pt x="10804" y="2652"/>
                </a:lnTo>
                <a:lnTo>
                  <a:pt x="10877" y="2677"/>
                </a:lnTo>
                <a:lnTo>
                  <a:pt x="10902" y="2701"/>
                </a:lnTo>
                <a:lnTo>
                  <a:pt x="10926" y="2750"/>
                </a:lnTo>
                <a:lnTo>
                  <a:pt x="10950" y="2798"/>
                </a:lnTo>
                <a:lnTo>
                  <a:pt x="10926" y="2847"/>
                </a:lnTo>
                <a:lnTo>
                  <a:pt x="10877" y="2969"/>
                </a:lnTo>
                <a:lnTo>
                  <a:pt x="10804" y="3090"/>
                </a:lnTo>
                <a:lnTo>
                  <a:pt x="10707" y="3188"/>
                </a:lnTo>
                <a:lnTo>
                  <a:pt x="10537" y="3358"/>
                </a:lnTo>
                <a:lnTo>
                  <a:pt x="10172" y="3650"/>
                </a:lnTo>
                <a:lnTo>
                  <a:pt x="9758" y="3893"/>
                </a:lnTo>
                <a:lnTo>
                  <a:pt x="9320" y="4112"/>
                </a:lnTo>
                <a:lnTo>
                  <a:pt x="8882" y="4258"/>
                </a:lnTo>
                <a:lnTo>
                  <a:pt x="8785" y="4283"/>
                </a:lnTo>
                <a:lnTo>
                  <a:pt x="8736" y="4258"/>
                </a:lnTo>
                <a:lnTo>
                  <a:pt x="8688" y="4210"/>
                </a:lnTo>
                <a:lnTo>
                  <a:pt x="8688" y="4161"/>
                </a:lnTo>
                <a:lnTo>
                  <a:pt x="8688" y="4015"/>
                </a:lnTo>
                <a:lnTo>
                  <a:pt x="8712" y="3869"/>
                </a:lnTo>
                <a:lnTo>
                  <a:pt x="8712" y="3577"/>
                </a:lnTo>
                <a:lnTo>
                  <a:pt x="8688" y="3285"/>
                </a:lnTo>
                <a:lnTo>
                  <a:pt x="8663" y="3236"/>
                </a:lnTo>
                <a:lnTo>
                  <a:pt x="8615" y="3212"/>
                </a:lnTo>
                <a:lnTo>
                  <a:pt x="8517" y="3163"/>
                </a:lnTo>
                <a:lnTo>
                  <a:pt x="8396" y="3139"/>
                </a:lnTo>
                <a:lnTo>
                  <a:pt x="8250" y="3090"/>
                </a:lnTo>
                <a:lnTo>
                  <a:pt x="8128" y="3017"/>
                </a:lnTo>
                <a:lnTo>
                  <a:pt x="8079" y="2944"/>
                </a:lnTo>
                <a:lnTo>
                  <a:pt x="8031" y="2896"/>
                </a:lnTo>
                <a:lnTo>
                  <a:pt x="8590" y="2774"/>
                </a:lnTo>
                <a:lnTo>
                  <a:pt x="8858" y="2725"/>
                </a:lnTo>
                <a:lnTo>
                  <a:pt x="9150" y="2677"/>
                </a:lnTo>
                <a:lnTo>
                  <a:pt x="9369" y="2652"/>
                </a:lnTo>
                <a:lnTo>
                  <a:pt x="10002" y="2652"/>
                </a:lnTo>
                <a:lnTo>
                  <a:pt x="10367" y="2628"/>
                </a:lnTo>
                <a:close/>
                <a:moveTo>
                  <a:pt x="10440" y="2360"/>
                </a:moveTo>
                <a:lnTo>
                  <a:pt x="10172" y="2385"/>
                </a:lnTo>
                <a:lnTo>
                  <a:pt x="9223" y="2385"/>
                </a:lnTo>
                <a:lnTo>
                  <a:pt x="8809" y="2433"/>
                </a:lnTo>
                <a:lnTo>
                  <a:pt x="8420" y="2482"/>
                </a:lnTo>
                <a:lnTo>
                  <a:pt x="8006" y="2579"/>
                </a:lnTo>
                <a:lnTo>
                  <a:pt x="7982" y="2579"/>
                </a:lnTo>
                <a:lnTo>
                  <a:pt x="7885" y="2604"/>
                </a:lnTo>
                <a:lnTo>
                  <a:pt x="7812" y="2652"/>
                </a:lnTo>
                <a:lnTo>
                  <a:pt x="7763" y="2701"/>
                </a:lnTo>
                <a:lnTo>
                  <a:pt x="7739" y="2774"/>
                </a:lnTo>
                <a:lnTo>
                  <a:pt x="7714" y="2847"/>
                </a:lnTo>
                <a:lnTo>
                  <a:pt x="7739" y="2944"/>
                </a:lnTo>
                <a:lnTo>
                  <a:pt x="7763" y="3017"/>
                </a:lnTo>
                <a:lnTo>
                  <a:pt x="7812" y="3115"/>
                </a:lnTo>
                <a:lnTo>
                  <a:pt x="7860" y="3188"/>
                </a:lnTo>
                <a:lnTo>
                  <a:pt x="8006" y="3334"/>
                </a:lnTo>
                <a:lnTo>
                  <a:pt x="8177" y="3431"/>
                </a:lnTo>
                <a:lnTo>
                  <a:pt x="8347" y="3480"/>
                </a:lnTo>
                <a:lnTo>
                  <a:pt x="8347" y="3845"/>
                </a:lnTo>
                <a:lnTo>
                  <a:pt x="8323" y="4015"/>
                </a:lnTo>
                <a:lnTo>
                  <a:pt x="8347" y="4210"/>
                </a:lnTo>
                <a:lnTo>
                  <a:pt x="8371" y="4356"/>
                </a:lnTo>
                <a:lnTo>
                  <a:pt x="8396" y="4429"/>
                </a:lnTo>
                <a:lnTo>
                  <a:pt x="8444" y="4502"/>
                </a:lnTo>
                <a:lnTo>
                  <a:pt x="8493" y="4550"/>
                </a:lnTo>
                <a:lnTo>
                  <a:pt x="8566" y="4575"/>
                </a:lnTo>
                <a:lnTo>
                  <a:pt x="8639" y="4599"/>
                </a:lnTo>
                <a:lnTo>
                  <a:pt x="8736" y="4623"/>
                </a:lnTo>
                <a:lnTo>
                  <a:pt x="8882" y="4623"/>
                </a:lnTo>
                <a:lnTo>
                  <a:pt x="9004" y="4599"/>
                </a:lnTo>
                <a:lnTo>
                  <a:pt x="9272" y="4502"/>
                </a:lnTo>
                <a:lnTo>
                  <a:pt x="9515" y="4380"/>
                </a:lnTo>
                <a:lnTo>
                  <a:pt x="9758" y="4234"/>
                </a:lnTo>
                <a:lnTo>
                  <a:pt x="10075" y="4064"/>
                </a:lnTo>
                <a:lnTo>
                  <a:pt x="10367" y="3869"/>
                </a:lnTo>
                <a:lnTo>
                  <a:pt x="10659" y="3650"/>
                </a:lnTo>
                <a:lnTo>
                  <a:pt x="10950" y="3431"/>
                </a:lnTo>
                <a:lnTo>
                  <a:pt x="11072" y="3261"/>
                </a:lnTo>
                <a:lnTo>
                  <a:pt x="11169" y="3090"/>
                </a:lnTo>
                <a:lnTo>
                  <a:pt x="11242" y="2920"/>
                </a:lnTo>
                <a:lnTo>
                  <a:pt x="11242" y="2774"/>
                </a:lnTo>
                <a:lnTo>
                  <a:pt x="11194" y="2628"/>
                </a:lnTo>
                <a:lnTo>
                  <a:pt x="11145" y="2579"/>
                </a:lnTo>
                <a:lnTo>
                  <a:pt x="11096" y="2506"/>
                </a:lnTo>
                <a:lnTo>
                  <a:pt x="10926" y="2433"/>
                </a:lnTo>
                <a:lnTo>
                  <a:pt x="10707" y="2385"/>
                </a:lnTo>
                <a:lnTo>
                  <a:pt x="10440" y="2360"/>
                </a:lnTo>
                <a:close/>
                <a:moveTo>
                  <a:pt x="11486" y="5037"/>
                </a:moveTo>
                <a:lnTo>
                  <a:pt x="11510" y="5061"/>
                </a:lnTo>
                <a:lnTo>
                  <a:pt x="11607" y="5134"/>
                </a:lnTo>
                <a:lnTo>
                  <a:pt x="11656" y="5232"/>
                </a:lnTo>
                <a:lnTo>
                  <a:pt x="11656" y="5329"/>
                </a:lnTo>
                <a:lnTo>
                  <a:pt x="11607" y="5426"/>
                </a:lnTo>
                <a:lnTo>
                  <a:pt x="11559" y="5499"/>
                </a:lnTo>
                <a:lnTo>
                  <a:pt x="11486" y="5548"/>
                </a:lnTo>
                <a:lnTo>
                  <a:pt x="11413" y="5572"/>
                </a:lnTo>
                <a:lnTo>
                  <a:pt x="11340" y="5572"/>
                </a:lnTo>
                <a:lnTo>
                  <a:pt x="11413" y="5280"/>
                </a:lnTo>
                <a:lnTo>
                  <a:pt x="11437" y="5159"/>
                </a:lnTo>
                <a:lnTo>
                  <a:pt x="11486" y="5037"/>
                </a:lnTo>
                <a:close/>
                <a:moveTo>
                  <a:pt x="11486" y="4672"/>
                </a:moveTo>
                <a:lnTo>
                  <a:pt x="11364" y="4721"/>
                </a:lnTo>
                <a:lnTo>
                  <a:pt x="11242" y="4818"/>
                </a:lnTo>
                <a:lnTo>
                  <a:pt x="11145" y="4940"/>
                </a:lnTo>
                <a:lnTo>
                  <a:pt x="11096" y="5086"/>
                </a:lnTo>
                <a:lnTo>
                  <a:pt x="11048" y="5256"/>
                </a:lnTo>
                <a:lnTo>
                  <a:pt x="11023" y="5426"/>
                </a:lnTo>
                <a:lnTo>
                  <a:pt x="10975" y="5499"/>
                </a:lnTo>
                <a:lnTo>
                  <a:pt x="10926" y="5572"/>
                </a:lnTo>
                <a:lnTo>
                  <a:pt x="10902" y="5645"/>
                </a:lnTo>
                <a:lnTo>
                  <a:pt x="10877" y="5742"/>
                </a:lnTo>
                <a:lnTo>
                  <a:pt x="10902" y="5815"/>
                </a:lnTo>
                <a:lnTo>
                  <a:pt x="10975" y="5864"/>
                </a:lnTo>
                <a:lnTo>
                  <a:pt x="11121" y="5937"/>
                </a:lnTo>
                <a:lnTo>
                  <a:pt x="11242" y="5961"/>
                </a:lnTo>
                <a:lnTo>
                  <a:pt x="11388" y="5961"/>
                </a:lnTo>
                <a:lnTo>
                  <a:pt x="11510" y="5937"/>
                </a:lnTo>
                <a:lnTo>
                  <a:pt x="11632" y="5913"/>
                </a:lnTo>
                <a:lnTo>
                  <a:pt x="11753" y="5840"/>
                </a:lnTo>
                <a:lnTo>
                  <a:pt x="11875" y="5742"/>
                </a:lnTo>
                <a:lnTo>
                  <a:pt x="11948" y="5621"/>
                </a:lnTo>
                <a:lnTo>
                  <a:pt x="12021" y="5499"/>
                </a:lnTo>
                <a:lnTo>
                  <a:pt x="12070" y="5378"/>
                </a:lnTo>
                <a:lnTo>
                  <a:pt x="12070" y="5256"/>
                </a:lnTo>
                <a:lnTo>
                  <a:pt x="12045" y="5110"/>
                </a:lnTo>
                <a:lnTo>
                  <a:pt x="11997" y="5013"/>
                </a:lnTo>
                <a:lnTo>
                  <a:pt x="11924" y="4891"/>
                </a:lnTo>
                <a:lnTo>
                  <a:pt x="11851" y="4794"/>
                </a:lnTo>
                <a:lnTo>
                  <a:pt x="11729" y="4721"/>
                </a:lnTo>
                <a:lnTo>
                  <a:pt x="11656" y="4696"/>
                </a:lnTo>
                <a:lnTo>
                  <a:pt x="11607" y="4696"/>
                </a:lnTo>
                <a:lnTo>
                  <a:pt x="11559" y="4672"/>
                </a:lnTo>
                <a:close/>
                <a:moveTo>
                  <a:pt x="14479" y="3991"/>
                </a:moveTo>
                <a:lnTo>
                  <a:pt x="15063" y="4064"/>
                </a:lnTo>
                <a:lnTo>
                  <a:pt x="15574" y="4064"/>
                </a:lnTo>
                <a:lnTo>
                  <a:pt x="15184" y="4234"/>
                </a:lnTo>
                <a:lnTo>
                  <a:pt x="14260" y="4599"/>
                </a:lnTo>
                <a:lnTo>
                  <a:pt x="13797" y="4818"/>
                </a:lnTo>
                <a:lnTo>
                  <a:pt x="13578" y="4940"/>
                </a:lnTo>
                <a:lnTo>
                  <a:pt x="13384" y="5061"/>
                </a:lnTo>
                <a:lnTo>
                  <a:pt x="13359" y="5086"/>
                </a:lnTo>
                <a:lnTo>
                  <a:pt x="13359" y="5134"/>
                </a:lnTo>
                <a:lnTo>
                  <a:pt x="13384" y="5159"/>
                </a:lnTo>
                <a:lnTo>
                  <a:pt x="13627" y="5159"/>
                </a:lnTo>
                <a:lnTo>
                  <a:pt x="13870" y="5110"/>
                </a:lnTo>
                <a:lnTo>
                  <a:pt x="14089" y="5061"/>
                </a:lnTo>
                <a:lnTo>
                  <a:pt x="14308" y="4988"/>
                </a:lnTo>
                <a:lnTo>
                  <a:pt x="14746" y="4818"/>
                </a:lnTo>
                <a:lnTo>
                  <a:pt x="15184" y="4648"/>
                </a:lnTo>
                <a:lnTo>
                  <a:pt x="16109" y="4283"/>
                </a:lnTo>
                <a:lnTo>
                  <a:pt x="16377" y="4185"/>
                </a:lnTo>
                <a:lnTo>
                  <a:pt x="16644" y="4088"/>
                </a:lnTo>
                <a:lnTo>
                  <a:pt x="17034" y="4623"/>
                </a:lnTo>
                <a:lnTo>
                  <a:pt x="16790" y="4696"/>
                </a:lnTo>
                <a:lnTo>
                  <a:pt x="16255" y="4842"/>
                </a:lnTo>
                <a:lnTo>
                  <a:pt x="15720" y="4964"/>
                </a:lnTo>
                <a:lnTo>
                  <a:pt x="15282" y="5061"/>
                </a:lnTo>
                <a:lnTo>
                  <a:pt x="15014" y="5110"/>
                </a:lnTo>
                <a:lnTo>
                  <a:pt x="14771" y="5207"/>
                </a:lnTo>
                <a:lnTo>
                  <a:pt x="14552" y="5305"/>
                </a:lnTo>
                <a:lnTo>
                  <a:pt x="14333" y="5426"/>
                </a:lnTo>
                <a:lnTo>
                  <a:pt x="14162" y="5572"/>
                </a:lnTo>
                <a:lnTo>
                  <a:pt x="14114" y="5669"/>
                </a:lnTo>
                <a:lnTo>
                  <a:pt x="14041" y="5767"/>
                </a:lnTo>
                <a:lnTo>
                  <a:pt x="14065" y="5815"/>
                </a:lnTo>
                <a:lnTo>
                  <a:pt x="14065" y="5840"/>
                </a:lnTo>
                <a:lnTo>
                  <a:pt x="14114" y="5840"/>
                </a:lnTo>
                <a:lnTo>
                  <a:pt x="14552" y="5694"/>
                </a:lnTo>
                <a:lnTo>
                  <a:pt x="15014" y="5572"/>
                </a:lnTo>
                <a:lnTo>
                  <a:pt x="15476" y="5426"/>
                </a:lnTo>
                <a:lnTo>
                  <a:pt x="15939" y="5329"/>
                </a:lnTo>
                <a:lnTo>
                  <a:pt x="16596" y="5232"/>
                </a:lnTo>
                <a:lnTo>
                  <a:pt x="16985" y="5134"/>
                </a:lnTo>
                <a:lnTo>
                  <a:pt x="17155" y="5086"/>
                </a:lnTo>
                <a:lnTo>
                  <a:pt x="17301" y="5013"/>
                </a:lnTo>
                <a:lnTo>
                  <a:pt x="17569" y="5451"/>
                </a:lnTo>
                <a:lnTo>
                  <a:pt x="14284" y="6740"/>
                </a:lnTo>
                <a:lnTo>
                  <a:pt x="14162" y="6667"/>
                </a:lnTo>
                <a:lnTo>
                  <a:pt x="13992" y="6594"/>
                </a:lnTo>
                <a:lnTo>
                  <a:pt x="13700" y="6399"/>
                </a:lnTo>
                <a:lnTo>
                  <a:pt x="13530" y="6302"/>
                </a:lnTo>
                <a:lnTo>
                  <a:pt x="13384" y="6253"/>
                </a:lnTo>
                <a:lnTo>
                  <a:pt x="13213" y="6253"/>
                </a:lnTo>
                <a:lnTo>
                  <a:pt x="13043" y="6278"/>
                </a:lnTo>
                <a:lnTo>
                  <a:pt x="12921" y="6351"/>
                </a:lnTo>
                <a:lnTo>
                  <a:pt x="12800" y="6424"/>
                </a:lnTo>
                <a:lnTo>
                  <a:pt x="12581" y="6594"/>
                </a:lnTo>
                <a:lnTo>
                  <a:pt x="12386" y="6789"/>
                </a:lnTo>
                <a:lnTo>
                  <a:pt x="12167" y="6983"/>
                </a:lnTo>
                <a:lnTo>
                  <a:pt x="11972" y="7081"/>
                </a:lnTo>
                <a:lnTo>
                  <a:pt x="11875" y="7129"/>
                </a:lnTo>
                <a:lnTo>
                  <a:pt x="11778" y="7154"/>
                </a:lnTo>
                <a:lnTo>
                  <a:pt x="11680" y="7154"/>
                </a:lnTo>
                <a:lnTo>
                  <a:pt x="11583" y="7129"/>
                </a:lnTo>
                <a:lnTo>
                  <a:pt x="11486" y="7105"/>
                </a:lnTo>
                <a:lnTo>
                  <a:pt x="11364" y="7056"/>
                </a:lnTo>
                <a:lnTo>
                  <a:pt x="11291" y="7008"/>
                </a:lnTo>
                <a:lnTo>
                  <a:pt x="11291" y="6935"/>
                </a:lnTo>
                <a:lnTo>
                  <a:pt x="11291" y="6886"/>
                </a:lnTo>
                <a:lnTo>
                  <a:pt x="11340" y="6837"/>
                </a:lnTo>
                <a:lnTo>
                  <a:pt x="11461" y="6740"/>
                </a:lnTo>
                <a:lnTo>
                  <a:pt x="11583" y="6691"/>
                </a:lnTo>
                <a:lnTo>
                  <a:pt x="11753" y="6618"/>
                </a:lnTo>
                <a:lnTo>
                  <a:pt x="11899" y="6545"/>
                </a:lnTo>
                <a:lnTo>
                  <a:pt x="12240" y="6424"/>
                </a:lnTo>
                <a:lnTo>
                  <a:pt x="12313" y="6375"/>
                </a:lnTo>
                <a:lnTo>
                  <a:pt x="12362" y="6326"/>
                </a:lnTo>
                <a:lnTo>
                  <a:pt x="12362" y="6278"/>
                </a:lnTo>
                <a:lnTo>
                  <a:pt x="12362" y="6205"/>
                </a:lnTo>
                <a:lnTo>
                  <a:pt x="12337" y="6059"/>
                </a:lnTo>
                <a:lnTo>
                  <a:pt x="12337" y="6010"/>
                </a:lnTo>
                <a:lnTo>
                  <a:pt x="12362" y="5937"/>
                </a:lnTo>
                <a:lnTo>
                  <a:pt x="12435" y="5840"/>
                </a:lnTo>
                <a:lnTo>
                  <a:pt x="12508" y="5742"/>
                </a:lnTo>
                <a:lnTo>
                  <a:pt x="12702" y="5597"/>
                </a:lnTo>
                <a:lnTo>
                  <a:pt x="12897" y="5426"/>
                </a:lnTo>
                <a:lnTo>
                  <a:pt x="12970" y="5329"/>
                </a:lnTo>
                <a:lnTo>
                  <a:pt x="13043" y="5207"/>
                </a:lnTo>
                <a:lnTo>
                  <a:pt x="13043" y="5134"/>
                </a:lnTo>
                <a:lnTo>
                  <a:pt x="13067" y="5061"/>
                </a:lnTo>
                <a:lnTo>
                  <a:pt x="13043" y="4915"/>
                </a:lnTo>
                <a:lnTo>
                  <a:pt x="13019" y="4769"/>
                </a:lnTo>
                <a:lnTo>
                  <a:pt x="13043" y="4623"/>
                </a:lnTo>
                <a:lnTo>
                  <a:pt x="13067" y="4526"/>
                </a:lnTo>
                <a:lnTo>
                  <a:pt x="13140" y="4429"/>
                </a:lnTo>
                <a:lnTo>
                  <a:pt x="13457" y="4380"/>
                </a:lnTo>
                <a:lnTo>
                  <a:pt x="13773" y="4283"/>
                </a:lnTo>
                <a:lnTo>
                  <a:pt x="14089" y="4161"/>
                </a:lnTo>
                <a:lnTo>
                  <a:pt x="14406" y="4039"/>
                </a:lnTo>
                <a:lnTo>
                  <a:pt x="14479" y="3991"/>
                </a:lnTo>
                <a:close/>
                <a:moveTo>
                  <a:pt x="17739" y="5767"/>
                </a:moveTo>
                <a:lnTo>
                  <a:pt x="18007" y="6326"/>
                </a:lnTo>
                <a:lnTo>
                  <a:pt x="17739" y="6399"/>
                </a:lnTo>
                <a:lnTo>
                  <a:pt x="17496" y="6497"/>
                </a:lnTo>
                <a:lnTo>
                  <a:pt x="17034" y="6691"/>
                </a:lnTo>
                <a:lnTo>
                  <a:pt x="16255" y="6983"/>
                </a:lnTo>
                <a:lnTo>
                  <a:pt x="15452" y="7251"/>
                </a:lnTo>
                <a:lnTo>
                  <a:pt x="15330" y="7154"/>
                </a:lnTo>
                <a:lnTo>
                  <a:pt x="15160" y="7056"/>
                </a:lnTo>
                <a:lnTo>
                  <a:pt x="14941" y="6959"/>
                </a:lnTo>
                <a:lnTo>
                  <a:pt x="14698" y="6862"/>
                </a:lnTo>
                <a:lnTo>
                  <a:pt x="15063" y="6789"/>
                </a:lnTo>
                <a:lnTo>
                  <a:pt x="15428" y="6691"/>
                </a:lnTo>
                <a:lnTo>
                  <a:pt x="16133" y="6448"/>
                </a:lnTo>
                <a:lnTo>
                  <a:pt x="16596" y="6253"/>
                </a:lnTo>
                <a:lnTo>
                  <a:pt x="17082" y="6059"/>
                </a:lnTo>
                <a:lnTo>
                  <a:pt x="17545" y="5864"/>
                </a:lnTo>
                <a:lnTo>
                  <a:pt x="17739" y="5767"/>
                </a:lnTo>
                <a:close/>
                <a:moveTo>
                  <a:pt x="13311" y="6618"/>
                </a:moveTo>
                <a:lnTo>
                  <a:pt x="13408" y="6643"/>
                </a:lnTo>
                <a:lnTo>
                  <a:pt x="13627" y="6716"/>
                </a:lnTo>
                <a:lnTo>
                  <a:pt x="13822" y="6813"/>
                </a:lnTo>
                <a:lnTo>
                  <a:pt x="14016" y="6935"/>
                </a:lnTo>
                <a:lnTo>
                  <a:pt x="14235" y="7032"/>
                </a:lnTo>
                <a:lnTo>
                  <a:pt x="14430" y="7105"/>
                </a:lnTo>
                <a:lnTo>
                  <a:pt x="14965" y="7275"/>
                </a:lnTo>
                <a:lnTo>
                  <a:pt x="15136" y="7373"/>
                </a:lnTo>
                <a:lnTo>
                  <a:pt x="15038" y="7397"/>
                </a:lnTo>
                <a:lnTo>
                  <a:pt x="15014" y="7421"/>
                </a:lnTo>
                <a:lnTo>
                  <a:pt x="15014" y="7446"/>
                </a:lnTo>
                <a:lnTo>
                  <a:pt x="15014" y="7470"/>
                </a:lnTo>
                <a:lnTo>
                  <a:pt x="15038" y="7494"/>
                </a:lnTo>
                <a:lnTo>
                  <a:pt x="15257" y="7543"/>
                </a:lnTo>
                <a:lnTo>
                  <a:pt x="15160" y="7616"/>
                </a:lnTo>
                <a:lnTo>
                  <a:pt x="15014" y="7665"/>
                </a:lnTo>
                <a:lnTo>
                  <a:pt x="14819" y="7713"/>
                </a:lnTo>
                <a:lnTo>
                  <a:pt x="14625" y="7689"/>
                </a:lnTo>
                <a:lnTo>
                  <a:pt x="14406" y="7665"/>
                </a:lnTo>
                <a:lnTo>
                  <a:pt x="14016" y="7567"/>
                </a:lnTo>
                <a:lnTo>
                  <a:pt x="13627" y="7446"/>
                </a:lnTo>
                <a:lnTo>
                  <a:pt x="13238" y="7324"/>
                </a:lnTo>
                <a:lnTo>
                  <a:pt x="12994" y="7251"/>
                </a:lnTo>
                <a:lnTo>
                  <a:pt x="12727" y="7202"/>
                </a:lnTo>
                <a:lnTo>
                  <a:pt x="12459" y="7178"/>
                </a:lnTo>
                <a:lnTo>
                  <a:pt x="12191" y="7178"/>
                </a:lnTo>
                <a:lnTo>
                  <a:pt x="12532" y="7032"/>
                </a:lnTo>
                <a:lnTo>
                  <a:pt x="12702" y="6910"/>
                </a:lnTo>
                <a:lnTo>
                  <a:pt x="12824" y="6789"/>
                </a:lnTo>
                <a:lnTo>
                  <a:pt x="12921" y="6716"/>
                </a:lnTo>
                <a:lnTo>
                  <a:pt x="13019" y="6667"/>
                </a:lnTo>
                <a:lnTo>
                  <a:pt x="13116" y="6643"/>
                </a:lnTo>
                <a:lnTo>
                  <a:pt x="13213" y="6618"/>
                </a:lnTo>
                <a:close/>
                <a:moveTo>
                  <a:pt x="18323" y="7227"/>
                </a:moveTo>
                <a:lnTo>
                  <a:pt x="18445" y="7665"/>
                </a:lnTo>
                <a:lnTo>
                  <a:pt x="18518" y="8103"/>
                </a:lnTo>
                <a:lnTo>
                  <a:pt x="18056" y="8224"/>
                </a:lnTo>
                <a:lnTo>
                  <a:pt x="17885" y="8127"/>
                </a:lnTo>
                <a:lnTo>
                  <a:pt x="17715" y="8005"/>
                </a:lnTo>
                <a:lnTo>
                  <a:pt x="17399" y="7762"/>
                </a:lnTo>
                <a:lnTo>
                  <a:pt x="17666" y="7665"/>
                </a:lnTo>
                <a:lnTo>
                  <a:pt x="17910" y="7543"/>
                </a:lnTo>
                <a:lnTo>
                  <a:pt x="18153" y="7397"/>
                </a:lnTo>
                <a:lnTo>
                  <a:pt x="18226" y="7324"/>
                </a:lnTo>
                <a:lnTo>
                  <a:pt x="18323" y="7227"/>
                </a:lnTo>
                <a:close/>
                <a:moveTo>
                  <a:pt x="17155" y="8030"/>
                </a:moveTo>
                <a:lnTo>
                  <a:pt x="17326" y="8103"/>
                </a:lnTo>
                <a:lnTo>
                  <a:pt x="17520" y="8273"/>
                </a:lnTo>
                <a:lnTo>
                  <a:pt x="17545" y="8297"/>
                </a:lnTo>
                <a:lnTo>
                  <a:pt x="17326" y="8200"/>
                </a:lnTo>
                <a:lnTo>
                  <a:pt x="17228" y="8151"/>
                </a:lnTo>
                <a:lnTo>
                  <a:pt x="17131" y="8078"/>
                </a:lnTo>
                <a:lnTo>
                  <a:pt x="17082" y="8054"/>
                </a:lnTo>
                <a:lnTo>
                  <a:pt x="17082" y="8030"/>
                </a:lnTo>
                <a:close/>
                <a:moveTo>
                  <a:pt x="16790" y="7981"/>
                </a:moveTo>
                <a:lnTo>
                  <a:pt x="16790" y="8054"/>
                </a:lnTo>
                <a:lnTo>
                  <a:pt x="16790" y="8151"/>
                </a:lnTo>
                <a:lnTo>
                  <a:pt x="16815" y="8224"/>
                </a:lnTo>
                <a:lnTo>
                  <a:pt x="16863" y="8273"/>
                </a:lnTo>
                <a:lnTo>
                  <a:pt x="16961" y="8395"/>
                </a:lnTo>
                <a:lnTo>
                  <a:pt x="17131" y="8468"/>
                </a:lnTo>
                <a:lnTo>
                  <a:pt x="17155" y="8492"/>
                </a:lnTo>
                <a:lnTo>
                  <a:pt x="16839" y="8589"/>
                </a:lnTo>
                <a:lnTo>
                  <a:pt x="16328" y="8711"/>
                </a:lnTo>
                <a:lnTo>
                  <a:pt x="16206" y="8468"/>
                </a:lnTo>
                <a:lnTo>
                  <a:pt x="16109" y="8224"/>
                </a:lnTo>
                <a:lnTo>
                  <a:pt x="16450" y="8103"/>
                </a:lnTo>
                <a:lnTo>
                  <a:pt x="16790" y="7981"/>
                </a:lnTo>
                <a:close/>
                <a:moveTo>
                  <a:pt x="15695" y="8322"/>
                </a:moveTo>
                <a:lnTo>
                  <a:pt x="15744" y="8370"/>
                </a:lnTo>
                <a:lnTo>
                  <a:pt x="15793" y="8443"/>
                </a:lnTo>
                <a:lnTo>
                  <a:pt x="15890" y="8614"/>
                </a:lnTo>
                <a:lnTo>
                  <a:pt x="15939" y="8784"/>
                </a:lnTo>
                <a:lnTo>
                  <a:pt x="15744" y="8833"/>
                </a:lnTo>
                <a:lnTo>
                  <a:pt x="15671" y="8662"/>
                </a:lnTo>
                <a:lnTo>
                  <a:pt x="15598" y="8468"/>
                </a:lnTo>
                <a:lnTo>
                  <a:pt x="15574" y="8395"/>
                </a:lnTo>
                <a:lnTo>
                  <a:pt x="15574" y="8346"/>
                </a:lnTo>
                <a:lnTo>
                  <a:pt x="15695" y="8322"/>
                </a:lnTo>
                <a:close/>
                <a:moveTo>
                  <a:pt x="17520" y="8784"/>
                </a:moveTo>
                <a:lnTo>
                  <a:pt x="17520" y="8906"/>
                </a:lnTo>
                <a:lnTo>
                  <a:pt x="17472" y="8979"/>
                </a:lnTo>
                <a:lnTo>
                  <a:pt x="17423" y="9052"/>
                </a:lnTo>
                <a:lnTo>
                  <a:pt x="17326" y="9100"/>
                </a:lnTo>
                <a:lnTo>
                  <a:pt x="17228" y="9125"/>
                </a:lnTo>
                <a:lnTo>
                  <a:pt x="17009" y="9149"/>
                </a:lnTo>
                <a:lnTo>
                  <a:pt x="16839" y="9125"/>
                </a:lnTo>
                <a:lnTo>
                  <a:pt x="16693" y="9076"/>
                </a:lnTo>
                <a:lnTo>
                  <a:pt x="16571" y="9027"/>
                </a:lnTo>
                <a:lnTo>
                  <a:pt x="16766" y="8979"/>
                </a:lnTo>
                <a:lnTo>
                  <a:pt x="17520" y="8784"/>
                </a:lnTo>
                <a:close/>
                <a:moveTo>
                  <a:pt x="18591" y="8614"/>
                </a:moveTo>
                <a:lnTo>
                  <a:pt x="18640" y="9027"/>
                </a:lnTo>
                <a:lnTo>
                  <a:pt x="18615" y="9027"/>
                </a:lnTo>
                <a:lnTo>
                  <a:pt x="18396" y="9052"/>
                </a:lnTo>
                <a:lnTo>
                  <a:pt x="18153" y="9076"/>
                </a:lnTo>
                <a:lnTo>
                  <a:pt x="17715" y="9198"/>
                </a:lnTo>
                <a:lnTo>
                  <a:pt x="17764" y="9100"/>
                </a:lnTo>
                <a:lnTo>
                  <a:pt x="17812" y="8979"/>
                </a:lnTo>
                <a:lnTo>
                  <a:pt x="17837" y="8857"/>
                </a:lnTo>
                <a:lnTo>
                  <a:pt x="17812" y="8711"/>
                </a:lnTo>
                <a:lnTo>
                  <a:pt x="18202" y="8614"/>
                </a:lnTo>
                <a:close/>
                <a:moveTo>
                  <a:pt x="16133" y="9125"/>
                </a:moveTo>
                <a:lnTo>
                  <a:pt x="16231" y="9222"/>
                </a:lnTo>
                <a:lnTo>
                  <a:pt x="16352" y="9319"/>
                </a:lnTo>
                <a:lnTo>
                  <a:pt x="16498" y="9392"/>
                </a:lnTo>
                <a:lnTo>
                  <a:pt x="16644" y="9465"/>
                </a:lnTo>
                <a:lnTo>
                  <a:pt x="16839" y="9490"/>
                </a:lnTo>
                <a:lnTo>
                  <a:pt x="16596" y="9587"/>
                </a:lnTo>
                <a:lnTo>
                  <a:pt x="16596" y="9611"/>
                </a:lnTo>
                <a:lnTo>
                  <a:pt x="16352" y="9490"/>
                </a:lnTo>
                <a:lnTo>
                  <a:pt x="16158" y="9344"/>
                </a:lnTo>
                <a:lnTo>
                  <a:pt x="15963" y="9149"/>
                </a:lnTo>
                <a:lnTo>
                  <a:pt x="16133" y="9125"/>
                </a:lnTo>
                <a:close/>
                <a:moveTo>
                  <a:pt x="18640" y="9368"/>
                </a:moveTo>
                <a:lnTo>
                  <a:pt x="18640" y="10001"/>
                </a:lnTo>
                <a:lnTo>
                  <a:pt x="18591" y="10025"/>
                </a:lnTo>
                <a:lnTo>
                  <a:pt x="18275" y="10122"/>
                </a:lnTo>
                <a:lnTo>
                  <a:pt x="17983" y="10244"/>
                </a:lnTo>
                <a:lnTo>
                  <a:pt x="17569" y="10366"/>
                </a:lnTo>
                <a:lnTo>
                  <a:pt x="17155" y="10463"/>
                </a:lnTo>
                <a:lnTo>
                  <a:pt x="17180" y="10317"/>
                </a:lnTo>
                <a:lnTo>
                  <a:pt x="17155" y="10147"/>
                </a:lnTo>
                <a:lnTo>
                  <a:pt x="17107" y="10001"/>
                </a:lnTo>
                <a:lnTo>
                  <a:pt x="17009" y="9903"/>
                </a:lnTo>
                <a:lnTo>
                  <a:pt x="18640" y="9368"/>
                </a:lnTo>
                <a:close/>
                <a:moveTo>
                  <a:pt x="18591" y="10487"/>
                </a:moveTo>
                <a:lnTo>
                  <a:pt x="18494" y="11169"/>
                </a:lnTo>
                <a:lnTo>
                  <a:pt x="18469" y="11169"/>
                </a:lnTo>
                <a:lnTo>
                  <a:pt x="18177" y="11217"/>
                </a:lnTo>
                <a:lnTo>
                  <a:pt x="17885" y="11315"/>
                </a:lnTo>
                <a:lnTo>
                  <a:pt x="17301" y="11534"/>
                </a:lnTo>
                <a:lnTo>
                  <a:pt x="16839" y="11680"/>
                </a:lnTo>
                <a:lnTo>
                  <a:pt x="16377" y="11826"/>
                </a:lnTo>
                <a:lnTo>
                  <a:pt x="16401" y="11728"/>
                </a:lnTo>
                <a:lnTo>
                  <a:pt x="16425" y="11607"/>
                </a:lnTo>
                <a:lnTo>
                  <a:pt x="16523" y="11412"/>
                </a:lnTo>
                <a:lnTo>
                  <a:pt x="16644" y="11217"/>
                </a:lnTo>
                <a:lnTo>
                  <a:pt x="16766" y="11071"/>
                </a:lnTo>
                <a:lnTo>
                  <a:pt x="16839" y="10974"/>
                </a:lnTo>
                <a:lnTo>
                  <a:pt x="16936" y="10950"/>
                </a:lnTo>
                <a:lnTo>
                  <a:pt x="17593" y="10804"/>
                </a:lnTo>
                <a:lnTo>
                  <a:pt x="18250" y="10609"/>
                </a:lnTo>
                <a:lnTo>
                  <a:pt x="18421" y="10560"/>
                </a:lnTo>
                <a:lnTo>
                  <a:pt x="18591" y="10487"/>
                </a:lnTo>
                <a:close/>
                <a:moveTo>
                  <a:pt x="18396" y="11607"/>
                </a:moveTo>
                <a:lnTo>
                  <a:pt x="18299" y="11972"/>
                </a:lnTo>
                <a:lnTo>
                  <a:pt x="18202" y="12361"/>
                </a:lnTo>
                <a:lnTo>
                  <a:pt x="18007" y="12337"/>
                </a:lnTo>
                <a:lnTo>
                  <a:pt x="17788" y="12337"/>
                </a:lnTo>
                <a:lnTo>
                  <a:pt x="17739" y="12239"/>
                </a:lnTo>
                <a:lnTo>
                  <a:pt x="17666" y="12166"/>
                </a:lnTo>
                <a:lnTo>
                  <a:pt x="17618" y="12142"/>
                </a:lnTo>
                <a:lnTo>
                  <a:pt x="17472" y="12142"/>
                </a:lnTo>
                <a:lnTo>
                  <a:pt x="17399" y="12191"/>
                </a:lnTo>
                <a:lnTo>
                  <a:pt x="17350" y="12215"/>
                </a:lnTo>
                <a:lnTo>
                  <a:pt x="17180" y="12337"/>
                </a:lnTo>
                <a:lnTo>
                  <a:pt x="17058" y="12458"/>
                </a:lnTo>
                <a:lnTo>
                  <a:pt x="16961" y="12580"/>
                </a:lnTo>
                <a:lnTo>
                  <a:pt x="16742" y="12653"/>
                </a:lnTo>
                <a:lnTo>
                  <a:pt x="16425" y="12799"/>
                </a:lnTo>
                <a:lnTo>
                  <a:pt x="16425" y="12702"/>
                </a:lnTo>
                <a:lnTo>
                  <a:pt x="16401" y="12239"/>
                </a:lnTo>
                <a:lnTo>
                  <a:pt x="16961" y="12069"/>
                </a:lnTo>
                <a:lnTo>
                  <a:pt x="17569" y="11850"/>
                </a:lnTo>
                <a:lnTo>
                  <a:pt x="18202" y="11655"/>
                </a:lnTo>
                <a:lnTo>
                  <a:pt x="18396" y="11607"/>
                </a:lnTo>
                <a:close/>
                <a:moveTo>
                  <a:pt x="18056" y="12799"/>
                </a:moveTo>
                <a:lnTo>
                  <a:pt x="17861" y="13261"/>
                </a:lnTo>
                <a:lnTo>
                  <a:pt x="17666" y="13286"/>
                </a:lnTo>
                <a:lnTo>
                  <a:pt x="17739" y="13067"/>
                </a:lnTo>
                <a:lnTo>
                  <a:pt x="17812" y="12823"/>
                </a:lnTo>
                <a:lnTo>
                  <a:pt x="18056" y="12799"/>
                </a:lnTo>
                <a:close/>
                <a:moveTo>
                  <a:pt x="17423" y="12921"/>
                </a:moveTo>
                <a:lnTo>
                  <a:pt x="17350" y="13115"/>
                </a:lnTo>
                <a:lnTo>
                  <a:pt x="17301" y="13213"/>
                </a:lnTo>
                <a:lnTo>
                  <a:pt x="17228" y="13310"/>
                </a:lnTo>
                <a:lnTo>
                  <a:pt x="17204" y="13334"/>
                </a:lnTo>
                <a:lnTo>
                  <a:pt x="17204" y="13310"/>
                </a:lnTo>
                <a:lnTo>
                  <a:pt x="17131" y="13237"/>
                </a:lnTo>
                <a:lnTo>
                  <a:pt x="17107" y="13164"/>
                </a:lnTo>
                <a:lnTo>
                  <a:pt x="17107" y="13091"/>
                </a:lnTo>
                <a:lnTo>
                  <a:pt x="17107" y="13018"/>
                </a:lnTo>
                <a:lnTo>
                  <a:pt x="17423" y="12921"/>
                </a:lnTo>
                <a:close/>
                <a:moveTo>
                  <a:pt x="16790" y="13140"/>
                </a:moveTo>
                <a:lnTo>
                  <a:pt x="16815" y="13237"/>
                </a:lnTo>
                <a:lnTo>
                  <a:pt x="16839" y="13359"/>
                </a:lnTo>
                <a:lnTo>
                  <a:pt x="16888" y="13456"/>
                </a:lnTo>
                <a:lnTo>
                  <a:pt x="16961" y="13553"/>
                </a:lnTo>
                <a:lnTo>
                  <a:pt x="16498" y="13772"/>
                </a:lnTo>
                <a:lnTo>
                  <a:pt x="16206" y="13918"/>
                </a:lnTo>
                <a:lnTo>
                  <a:pt x="15890" y="14040"/>
                </a:lnTo>
                <a:lnTo>
                  <a:pt x="15257" y="14210"/>
                </a:lnTo>
                <a:lnTo>
                  <a:pt x="15257" y="14210"/>
                </a:lnTo>
                <a:lnTo>
                  <a:pt x="15428" y="13967"/>
                </a:lnTo>
                <a:lnTo>
                  <a:pt x="15598" y="13748"/>
                </a:lnTo>
                <a:lnTo>
                  <a:pt x="15841" y="13553"/>
                </a:lnTo>
                <a:lnTo>
                  <a:pt x="16377" y="13286"/>
                </a:lnTo>
                <a:lnTo>
                  <a:pt x="16790" y="13140"/>
                </a:lnTo>
                <a:close/>
                <a:moveTo>
                  <a:pt x="18153" y="6740"/>
                </a:moveTo>
                <a:lnTo>
                  <a:pt x="18250" y="6983"/>
                </a:lnTo>
                <a:lnTo>
                  <a:pt x="18056" y="7008"/>
                </a:lnTo>
                <a:lnTo>
                  <a:pt x="17885" y="7056"/>
                </a:lnTo>
                <a:lnTo>
                  <a:pt x="17520" y="7227"/>
                </a:lnTo>
                <a:lnTo>
                  <a:pt x="17155" y="7397"/>
                </a:lnTo>
                <a:lnTo>
                  <a:pt x="16839" y="7543"/>
                </a:lnTo>
                <a:lnTo>
                  <a:pt x="16328" y="7713"/>
                </a:lnTo>
                <a:lnTo>
                  <a:pt x="16085" y="7811"/>
                </a:lnTo>
                <a:lnTo>
                  <a:pt x="15817" y="7908"/>
                </a:lnTo>
                <a:lnTo>
                  <a:pt x="15695" y="7859"/>
                </a:lnTo>
                <a:lnTo>
                  <a:pt x="15549" y="7835"/>
                </a:lnTo>
                <a:lnTo>
                  <a:pt x="15403" y="7859"/>
                </a:lnTo>
                <a:lnTo>
                  <a:pt x="15355" y="7908"/>
                </a:lnTo>
                <a:lnTo>
                  <a:pt x="15282" y="7932"/>
                </a:lnTo>
                <a:lnTo>
                  <a:pt x="15233" y="8030"/>
                </a:lnTo>
                <a:lnTo>
                  <a:pt x="15184" y="8151"/>
                </a:lnTo>
                <a:lnTo>
                  <a:pt x="15184" y="8273"/>
                </a:lnTo>
                <a:lnTo>
                  <a:pt x="15184" y="8395"/>
                </a:lnTo>
                <a:lnTo>
                  <a:pt x="15257" y="8638"/>
                </a:lnTo>
                <a:lnTo>
                  <a:pt x="15330" y="8857"/>
                </a:lnTo>
                <a:lnTo>
                  <a:pt x="15379" y="8930"/>
                </a:lnTo>
                <a:lnTo>
                  <a:pt x="15160" y="9003"/>
                </a:lnTo>
                <a:lnTo>
                  <a:pt x="14941" y="9100"/>
                </a:lnTo>
                <a:lnTo>
                  <a:pt x="14917" y="9125"/>
                </a:lnTo>
                <a:lnTo>
                  <a:pt x="14917" y="9149"/>
                </a:lnTo>
                <a:lnTo>
                  <a:pt x="14917" y="9173"/>
                </a:lnTo>
                <a:lnTo>
                  <a:pt x="14941" y="9198"/>
                </a:lnTo>
                <a:lnTo>
                  <a:pt x="15257" y="9222"/>
                </a:lnTo>
                <a:lnTo>
                  <a:pt x="15549" y="9222"/>
                </a:lnTo>
                <a:lnTo>
                  <a:pt x="15671" y="9368"/>
                </a:lnTo>
                <a:lnTo>
                  <a:pt x="15817" y="9514"/>
                </a:lnTo>
                <a:lnTo>
                  <a:pt x="15963" y="9660"/>
                </a:lnTo>
                <a:lnTo>
                  <a:pt x="16133" y="9782"/>
                </a:lnTo>
                <a:lnTo>
                  <a:pt x="15379" y="10074"/>
                </a:lnTo>
                <a:lnTo>
                  <a:pt x="15038" y="10244"/>
                </a:lnTo>
                <a:lnTo>
                  <a:pt x="14673" y="10439"/>
                </a:lnTo>
                <a:lnTo>
                  <a:pt x="14649" y="10487"/>
                </a:lnTo>
                <a:lnTo>
                  <a:pt x="14649" y="10536"/>
                </a:lnTo>
                <a:lnTo>
                  <a:pt x="14673" y="10585"/>
                </a:lnTo>
                <a:lnTo>
                  <a:pt x="14722" y="10585"/>
                </a:lnTo>
                <a:lnTo>
                  <a:pt x="14965" y="10560"/>
                </a:lnTo>
                <a:lnTo>
                  <a:pt x="15184" y="10536"/>
                </a:lnTo>
                <a:lnTo>
                  <a:pt x="15647" y="10390"/>
                </a:lnTo>
                <a:lnTo>
                  <a:pt x="16109" y="10244"/>
                </a:lnTo>
                <a:lnTo>
                  <a:pt x="16547" y="10074"/>
                </a:lnTo>
                <a:lnTo>
                  <a:pt x="16571" y="10049"/>
                </a:lnTo>
                <a:lnTo>
                  <a:pt x="16693" y="10171"/>
                </a:lnTo>
                <a:lnTo>
                  <a:pt x="16717" y="10220"/>
                </a:lnTo>
                <a:lnTo>
                  <a:pt x="16742" y="10293"/>
                </a:lnTo>
                <a:lnTo>
                  <a:pt x="16742" y="10366"/>
                </a:lnTo>
                <a:lnTo>
                  <a:pt x="16742" y="10439"/>
                </a:lnTo>
                <a:lnTo>
                  <a:pt x="16669" y="10585"/>
                </a:lnTo>
                <a:lnTo>
                  <a:pt x="16158" y="10706"/>
                </a:lnTo>
                <a:lnTo>
                  <a:pt x="15598" y="10804"/>
                </a:lnTo>
                <a:lnTo>
                  <a:pt x="15355" y="10877"/>
                </a:lnTo>
                <a:lnTo>
                  <a:pt x="15087" y="10974"/>
                </a:lnTo>
                <a:lnTo>
                  <a:pt x="14844" y="11096"/>
                </a:lnTo>
                <a:lnTo>
                  <a:pt x="14625" y="11217"/>
                </a:lnTo>
                <a:lnTo>
                  <a:pt x="14600" y="11266"/>
                </a:lnTo>
                <a:lnTo>
                  <a:pt x="14600" y="11315"/>
                </a:lnTo>
                <a:lnTo>
                  <a:pt x="14625" y="11363"/>
                </a:lnTo>
                <a:lnTo>
                  <a:pt x="14673" y="11363"/>
                </a:lnTo>
                <a:lnTo>
                  <a:pt x="15087" y="11339"/>
                </a:lnTo>
                <a:lnTo>
                  <a:pt x="15476" y="11266"/>
                </a:lnTo>
                <a:lnTo>
                  <a:pt x="16279" y="11096"/>
                </a:lnTo>
                <a:lnTo>
                  <a:pt x="16231" y="11193"/>
                </a:lnTo>
                <a:lnTo>
                  <a:pt x="16133" y="11388"/>
                </a:lnTo>
                <a:lnTo>
                  <a:pt x="16060" y="11558"/>
                </a:lnTo>
                <a:lnTo>
                  <a:pt x="16036" y="11728"/>
                </a:lnTo>
                <a:lnTo>
                  <a:pt x="16012" y="11923"/>
                </a:lnTo>
                <a:lnTo>
                  <a:pt x="15379" y="12069"/>
                </a:lnTo>
                <a:lnTo>
                  <a:pt x="15087" y="12142"/>
                </a:lnTo>
                <a:lnTo>
                  <a:pt x="14795" y="12264"/>
                </a:lnTo>
                <a:lnTo>
                  <a:pt x="14771" y="12288"/>
                </a:lnTo>
                <a:lnTo>
                  <a:pt x="14771" y="12312"/>
                </a:lnTo>
                <a:lnTo>
                  <a:pt x="14771" y="12337"/>
                </a:lnTo>
                <a:lnTo>
                  <a:pt x="14795" y="12361"/>
                </a:lnTo>
                <a:lnTo>
                  <a:pt x="14941" y="12410"/>
                </a:lnTo>
                <a:lnTo>
                  <a:pt x="15087" y="12434"/>
                </a:lnTo>
                <a:lnTo>
                  <a:pt x="15403" y="12434"/>
                </a:lnTo>
                <a:lnTo>
                  <a:pt x="15720" y="12410"/>
                </a:lnTo>
                <a:lnTo>
                  <a:pt x="16036" y="12337"/>
                </a:lnTo>
                <a:lnTo>
                  <a:pt x="16036" y="12556"/>
                </a:lnTo>
                <a:lnTo>
                  <a:pt x="16036" y="12702"/>
                </a:lnTo>
                <a:lnTo>
                  <a:pt x="16012" y="12823"/>
                </a:lnTo>
                <a:lnTo>
                  <a:pt x="15987" y="12945"/>
                </a:lnTo>
                <a:lnTo>
                  <a:pt x="15914" y="13018"/>
                </a:lnTo>
                <a:lnTo>
                  <a:pt x="15647" y="13164"/>
                </a:lnTo>
                <a:lnTo>
                  <a:pt x="15355" y="13261"/>
                </a:lnTo>
                <a:lnTo>
                  <a:pt x="15063" y="13383"/>
                </a:lnTo>
                <a:lnTo>
                  <a:pt x="14771" y="13505"/>
                </a:lnTo>
                <a:lnTo>
                  <a:pt x="14479" y="13651"/>
                </a:lnTo>
                <a:lnTo>
                  <a:pt x="14454" y="13699"/>
                </a:lnTo>
                <a:lnTo>
                  <a:pt x="14454" y="13723"/>
                </a:lnTo>
                <a:lnTo>
                  <a:pt x="14454" y="13772"/>
                </a:lnTo>
                <a:lnTo>
                  <a:pt x="14503" y="13796"/>
                </a:lnTo>
                <a:lnTo>
                  <a:pt x="14649" y="13821"/>
                </a:lnTo>
                <a:lnTo>
                  <a:pt x="14795" y="13845"/>
                </a:lnTo>
                <a:lnTo>
                  <a:pt x="14941" y="13821"/>
                </a:lnTo>
                <a:lnTo>
                  <a:pt x="15087" y="13821"/>
                </a:lnTo>
                <a:lnTo>
                  <a:pt x="14917" y="14040"/>
                </a:lnTo>
                <a:lnTo>
                  <a:pt x="14649" y="14332"/>
                </a:lnTo>
                <a:lnTo>
                  <a:pt x="14552" y="14405"/>
                </a:lnTo>
                <a:lnTo>
                  <a:pt x="14454" y="14429"/>
                </a:lnTo>
                <a:lnTo>
                  <a:pt x="14357" y="14429"/>
                </a:lnTo>
                <a:lnTo>
                  <a:pt x="14260" y="14380"/>
                </a:lnTo>
                <a:lnTo>
                  <a:pt x="14187" y="14332"/>
                </a:lnTo>
                <a:lnTo>
                  <a:pt x="14114" y="14259"/>
                </a:lnTo>
                <a:lnTo>
                  <a:pt x="13968" y="14088"/>
                </a:lnTo>
                <a:lnTo>
                  <a:pt x="13870" y="13967"/>
                </a:lnTo>
                <a:lnTo>
                  <a:pt x="13822" y="13821"/>
                </a:lnTo>
                <a:lnTo>
                  <a:pt x="13700" y="13553"/>
                </a:lnTo>
                <a:lnTo>
                  <a:pt x="13651" y="13261"/>
                </a:lnTo>
                <a:lnTo>
                  <a:pt x="13627" y="12969"/>
                </a:lnTo>
                <a:lnTo>
                  <a:pt x="13627" y="12653"/>
                </a:lnTo>
                <a:lnTo>
                  <a:pt x="13603" y="12361"/>
                </a:lnTo>
                <a:lnTo>
                  <a:pt x="13578" y="12215"/>
                </a:lnTo>
                <a:lnTo>
                  <a:pt x="13554" y="12069"/>
                </a:lnTo>
                <a:lnTo>
                  <a:pt x="13481" y="11947"/>
                </a:lnTo>
                <a:lnTo>
                  <a:pt x="13384" y="11801"/>
                </a:lnTo>
                <a:lnTo>
                  <a:pt x="13262" y="11631"/>
                </a:lnTo>
                <a:lnTo>
                  <a:pt x="13165" y="11461"/>
                </a:lnTo>
                <a:lnTo>
                  <a:pt x="13067" y="11266"/>
                </a:lnTo>
                <a:lnTo>
                  <a:pt x="13019" y="11047"/>
                </a:lnTo>
                <a:lnTo>
                  <a:pt x="12970" y="10901"/>
                </a:lnTo>
                <a:lnTo>
                  <a:pt x="12921" y="10755"/>
                </a:lnTo>
                <a:lnTo>
                  <a:pt x="12824" y="10633"/>
                </a:lnTo>
                <a:lnTo>
                  <a:pt x="12727" y="10512"/>
                </a:lnTo>
                <a:lnTo>
                  <a:pt x="12629" y="10439"/>
                </a:lnTo>
                <a:lnTo>
                  <a:pt x="12508" y="10390"/>
                </a:lnTo>
                <a:lnTo>
                  <a:pt x="12410" y="10341"/>
                </a:lnTo>
                <a:lnTo>
                  <a:pt x="12289" y="10317"/>
                </a:lnTo>
                <a:lnTo>
                  <a:pt x="11778" y="10317"/>
                </a:lnTo>
                <a:lnTo>
                  <a:pt x="11534" y="10293"/>
                </a:lnTo>
                <a:lnTo>
                  <a:pt x="11437" y="10268"/>
                </a:lnTo>
                <a:lnTo>
                  <a:pt x="11364" y="10220"/>
                </a:lnTo>
                <a:lnTo>
                  <a:pt x="11267" y="10171"/>
                </a:lnTo>
                <a:lnTo>
                  <a:pt x="11218" y="10122"/>
                </a:lnTo>
                <a:lnTo>
                  <a:pt x="11121" y="9976"/>
                </a:lnTo>
                <a:lnTo>
                  <a:pt x="11048" y="9806"/>
                </a:lnTo>
                <a:lnTo>
                  <a:pt x="11023" y="9611"/>
                </a:lnTo>
                <a:lnTo>
                  <a:pt x="11023" y="9417"/>
                </a:lnTo>
                <a:lnTo>
                  <a:pt x="11023" y="9198"/>
                </a:lnTo>
                <a:lnTo>
                  <a:pt x="11072" y="8906"/>
                </a:lnTo>
                <a:lnTo>
                  <a:pt x="11096" y="8589"/>
                </a:lnTo>
                <a:lnTo>
                  <a:pt x="11169" y="8297"/>
                </a:lnTo>
                <a:lnTo>
                  <a:pt x="11291" y="8030"/>
                </a:lnTo>
                <a:lnTo>
                  <a:pt x="11413" y="7859"/>
                </a:lnTo>
                <a:lnTo>
                  <a:pt x="11583" y="7713"/>
                </a:lnTo>
                <a:lnTo>
                  <a:pt x="11753" y="7616"/>
                </a:lnTo>
                <a:lnTo>
                  <a:pt x="11948" y="7567"/>
                </a:lnTo>
                <a:lnTo>
                  <a:pt x="12167" y="7519"/>
                </a:lnTo>
                <a:lnTo>
                  <a:pt x="12605" y="7519"/>
                </a:lnTo>
                <a:lnTo>
                  <a:pt x="12800" y="7543"/>
                </a:lnTo>
                <a:lnTo>
                  <a:pt x="13092" y="7592"/>
                </a:lnTo>
                <a:lnTo>
                  <a:pt x="13384" y="7689"/>
                </a:lnTo>
                <a:lnTo>
                  <a:pt x="13992" y="7859"/>
                </a:lnTo>
                <a:lnTo>
                  <a:pt x="14284" y="7932"/>
                </a:lnTo>
                <a:lnTo>
                  <a:pt x="14576" y="7957"/>
                </a:lnTo>
                <a:lnTo>
                  <a:pt x="15038" y="7957"/>
                </a:lnTo>
                <a:lnTo>
                  <a:pt x="15184" y="7908"/>
                </a:lnTo>
                <a:lnTo>
                  <a:pt x="15355" y="7835"/>
                </a:lnTo>
                <a:lnTo>
                  <a:pt x="15476" y="7762"/>
                </a:lnTo>
                <a:lnTo>
                  <a:pt x="15549" y="7665"/>
                </a:lnTo>
                <a:lnTo>
                  <a:pt x="15574" y="7543"/>
                </a:lnTo>
                <a:lnTo>
                  <a:pt x="15866" y="7519"/>
                </a:lnTo>
                <a:lnTo>
                  <a:pt x="16158" y="7446"/>
                </a:lnTo>
                <a:lnTo>
                  <a:pt x="16474" y="7348"/>
                </a:lnTo>
                <a:lnTo>
                  <a:pt x="16766" y="7227"/>
                </a:lnTo>
                <a:lnTo>
                  <a:pt x="17764" y="6837"/>
                </a:lnTo>
                <a:lnTo>
                  <a:pt x="18153" y="6740"/>
                </a:lnTo>
                <a:close/>
                <a:moveTo>
                  <a:pt x="6206" y="2725"/>
                </a:moveTo>
                <a:lnTo>
                  <a:pt x="6230" y="2774"/>
                </a:lnTo>
                <a:lnTo>
                  <a:pt x="6230" y="2847"/>
                </a:lnTo>
                <a:lnTo>
                  <a:pt x="6230" y="2944"/>
                </a:lnTo>
                <a:lnTo>
                  <a:pt x="6108" y="3236"/>
                </a:lnTo>
                <a:lnTo>
                  <a:pt x="6060" y="3382"/>
                </a:lnTo>
                <a:lnTo>
                  <a:pt x="6035" y="3528"/>
                </a:lnTo>
                <a:lnTo>
                  <a:pt x="6035" y="3601"/>
                </a:lnTo>
                <a:lnTo>
                  <a:pt x="6035" y="3699"/>
                </a:lnTo>
                <a:lnTo>
                  <a:pt x="6108" y="3845"/>
                </a:lnTo>
                <a:lnTo>
                  <a:pt x="6181" y="4015"/>
                </a:lnTo>
                <a:lnTo>
                  <a:pt x="6254" y="4161"/>
                </a:lnTo>
                <a:lnTo>
                  <a:pt x="6254" y="4210"/>
                </a:lnTo>
                <a:lnTo>
                  <a:pt x="6254" y="4234"/>
                </a:lnTo>
                <a:lnTo>
                  <a:pt x="6230" y="4234"/>
                </a:lnTo>
                <a:lnTo>
                  <a:pt x="6181" y="4258"/>
                </a:lnTo>
                <a:lnTo>
                  <a:pt x="6084" y="4234"/>
                </a:lnTo>
                <a:lnTo>
                  <a:pt x="5962" y="4185"/>
                </a:lnTo>
                <a:lnTo>
                  <a:pt x="5695" y="4064"/>
                </a:lnTo>
                <a:lnTo>
                  <a:pt x="5549" y="3966"/>
                </a:lnTo>
                <a:lnTo>
                  <a:pt x="5330" y="3820"/>
                </a:lnTo>
                <a:lnTo>
                  <a:pt x="5208" y="3772"/>
                </a:lnTo>
                <a:lnTo>
                  <a:pt x="5086" y="3747"/>
                </a:lnTo>
                <a:lnTo>
                  <a:pt x="4989" y="3747"/>
                </a:lnTo>
                <a:lnTo>
                  <a:pt x="4892" y="3772"/>
                </a:lnTo>
                <a:lnTo>
                  <a:pt x="4721" y="3845"/>
                </a:lnTo>
                <a:lnTo>
                  <a:pt x="4332" y="4039"/>
                </a:lnTo>
                <a:lnTo>
                  <a:pt x="3967" y="4210"/>
                </a:lnTo>
                <a:lnTo>
                  <a:pt x="3821" y="4258"/>
                </a:lnTo>
                <a:lnTo>
                  <a:pt x="3724" y="4331"/>
                </a:lnTo>
                <a:lnTo>
                  <a:pt x="3651" y="4429"/>
                </a:lnTo>
                <a:lnTo>
                  <a:pt x="3602" y="4526"/>
                </a:lnTo>
                <a:lnTo>
                  <a:pt x="3578" y="4623"/>
                </a:lnTo>
                <a:lnTo>
                  <a:pt x="3578" y="4721"/>
                </a:lnTo>
                <a:lnTo>
                  <a:pt x="3578" y="4818"/>
                </a:lnTo>
                <a:lnTo>
                  <a:pt x="3602" y="4915"/>
                </a:lnTo>
                <a:lnTo>
                  <a:pt x="3651" y="5013"/>
                </a:lnTo>
                <a:lnTo>
                  <a:pt x="3724" y="5086"/>
                </a:lnTo>
                <a:lnTo>
                  <a:pt x="3797" y="5159"/>
                </a:lnTo>
                <a:lnTo>
                  <a:pt x="3894" y="5232"/>
                </a:lnTo>
                <a:lnTo>
                  <a:pt x="3991" y="5256"/>
                </a:lnTo>
                <a:lnTo>
                  <a:pt x="4113" y="5280"/>
                </a:lnTo>
                <a:lnTo>
                  <a:pt x="4235" y="5280"/>
                </a:lnTo>
                <a:lnTo>
                  <a:pt x="4356" y="5256"/>
                </a:lnTo>
                <a:lnTo>
                  <a:pt x="4551" y="5183"/>
                </a:lnTo>
                <a:lnTo>
                  <a:pt x="4721" y="5086"/>
                </a:lnTo>
                <a:lnTo>
                  <a:pt x="5062" y="4891"/>
                </a:lnTo>
                <a:lnTo>
                  <a:pt x="5232" y="4842"/>
                </a:lnTo>
                <a:lnTo>
                  <a:pt x="5403" y="4818"/>
                </a:lnTo>
                <a:lnTo>
                  <a:pt x="5476" y="4842"/>
                </a:lnTo>
                <a:lnTo>
                  <a:pt x="5573" y="4867"/>
                </a:lnTo>
                <a:lnTo>
                  <a:pt x="5646" y="4915"/>
                </a:lnTo>
                <a:lnTo>
                  <a:pt x="5743" y="4988"/>
                </a:lnTo>
                <a:lnTo>
                  <a:pt x="5865" y="5134"/>
                </a:lnTo>
                <a:lnTo>
                  <a:pt x="5914" y="5256"/>
                </a:lnTo>
                <a:lnTo>
                  <a:pt x="5938" y="5353"/>
                </a:lnTo>
                <a:lnTo>
                  <a:pt x="5889" y="5451"/>
                </a:lnTo>
                <a:lnTo>
                  <a:pt x="5841" y="5524"/>
                </a:lnTo>
                <a:lnTo>
                  <a:pt x="5743" y="5597"/>
                </a:lnTo>
                <a:lnTo>
                  <a:pt x="5500" y="5718"/>
                </a:lnTo>
                <a:lnTo>
                  <a:pt x="5111" y="5888"/>
                </a:lnTo>
                <a:lnTo>
                  <a:pt x="4940" y="5986"/>
                </a:lnTo>
                <a:lnTo>
                  <a:pt x="4746" y="6107"/>
                </a:lnTo>
                <a:lnTo>
                  <a:pt x="4454" y="6351"/>
                </a:lnTo>
                <a:lnTo>
                  <a:pt x="4210" y="6618"/>
                </a:lnTo>
                <a:lnTo>
                  <a:pt x="3699" y="7178"/>
                </a:lnTo>
                <a:lnTo>
                  <a:pt x="3553" y="7324"/>
                </a:lnTo>
                <a:lnTo>
                  <a:pt x="3407" y="7421"/>
                </a:lnTo>
                <a:lnTo>
                  <a:pt x="3261" y="7519"/>
                </a:lnTo>
                <a:lnTo>
                  <a:pt x="3091" y="7592"/>
                </a:lnTo>
                <a:lnTo>
                  <a:pt x="2751" y="7738"/>
                </a:lnTo>
                <a:lnTo>
                  <a:pt x="2410" y="7859"/>
                </a:lnTo>
                <a:lnTo>
                  <a:pt x="2215" y="7957"/>
                </a:lnTo>
                <a:lnTo>
                  <a:pt x="1996" y="8054"/>
                </a:lnTo>
                <a:lnTo>
                  <a:pt x="1777" y="8200"/>
                </a:lnTo>
                <a:lnTo>
                  <a:pt x="1583" y="8370"/>
                </a:lnTo>
                <a:lnTo>
                  <a:pt x="1510" y="8468"/>
                </a:lnTo>
                <a:lnTo>
                  <a:pt x="1437" y="8565"/>
                </a:lnTo>
                <a:lnTo>
                  <a:pt x="1388" y="8687"/>
                </a:lnTo>
                <a:lnTo>
                  <a:pt x="1364" y="8784"/>
                </a:lnTo>
                <a:lnTo>
                  <a:pt x="1364" y="8881"/>
                </a:lnTo>
                <a:lnTo>
                  <a:pt x="1388" y="9003"/>
                </a:lnTo>
                <a:lnTo>
                  <a:pt x="1437" y="9100"/>
                </a:lnTo>
                <a:lnTo>
                  <a:pt x="1534" y="9222"/>
                </a:lnTo>
                <a:lnTo>
                  <a:pt x="1631" y="9295"/>
                </a:lnTo>
                <a:lnTo>
                  <a:pt x="1729" y="9319"/>
                </a:lnTo>
                <a:lnTo>
                  <a:pt x="1972" y="9392"/>
                </a:lnTo>
                <a:lnTo>
                  <a:pt x="2191" y="9441"/>
                </a:lnTo>
                <a:lnTo>
                  <a:pt x="2361" y="9538"/>
                </a:lnTo>
                <a:lnTo>
                  <a:pt x="2532" y="9660"/>
                </a:lnTo>
                <a:lnTo>
                  <a:pt x="2702" y="9830"/>
                </a:lnTo>
                <a:lnTo>
                  <a:pt x="2872" y="9976"/>
                </a:lnTo>
                <a:lnTo>
                  <a:pt x="3067" y="10074"/>
                </a:lnTo>
                <a:lnTo>
                  <a:pt x="3261" y="10147"/>
                </a:lnTo>
                <a:lnTo>
                  <a:pt x="3456" y="10195"/>
                </a:lnTo>
                <a:lnTo>
                  <a:pt x="3894" y="10293"/>
                </a:lnTo>
                <a:lnTo>
                  <a:pt x="4089" y="10317"/>
                </a:lnTo>
                <a:lnTo>
                  <a:pt x="4308" y="10390"/>
                </a:lnTo>
                <a:lnTo>
                  <a:pt x="4770" y="10536"/>
                </a:lnTo>
                <a:lnTo>
                  <a:pt x="5232" y="10755"/>
                </a:lnTo>
                <a:lnTo>
                  <a:pt x="6108" y="11217"/>
                </a:lnTo>
                <a:lnTo>
                  <a:pt x="6327" y="11339"/>
                </a:lnTo>
                <a:lnTo>
                  <a:pt x="6546" y="11485"/>
                </a:lnTo>
                <a:lnTo>
                  <a:pt x="6717" y="11680"/>
                </a:lnTo>
                <a:lnTo>
                  <a:pt x="6790" y="11777"/>
                </a:lnTo>
                <a:lnTo>
                  <a:pt x="6838" y="11899"/>
                </a:lnTo>
                <a:lnTo>
                  <a:pt x="6887" y="12045"/>
                </a:lnTo>
                <a:lnTo>
                  <a:pt x="6887" y="12191"/>
                </a:lnTo>
                <a:lnTo>
                  <a:pt x="6863" y="12337"/>
                </a:lnTo>
                <a:lnTo>
                  <a:pt x="6838" y="12483"/>
                </a:lnTo>
                <a:lnTo>
                  <a:pt x="6741" y="12750"/>
                </a:lnTo>
                <a:lnTo>
                  <a:pt x="6595" y="13018"/>
                </a:lnTo>
                <a:lnTo>
                  <a:pt x="6473" y="13237"/>
                </a:lnTo>
                <a:lnTo>
                  <a:pt x="6327" y="13456"/>
                </a:lnTo>
                <a:lnTo>
                  <a:pt x="6011" y="13869"/>
                </a:lnTo>
                <a:lnTo>
                  <a:pt x="5695" y="14283"/>
                </a:lnTo>
                <a:lnTo>
                  <a:pt x="5403" y="14697"/>
                </a:lnTo>
                <a:lnTo>
                  <a:pt x="5281" y="14891"/>
                </a:lnTo>
                <a:lnTo>
                  <a:pt x="5184" y="15110"/>
                </a:lnTo>
                <a:lnTo>
                  <a:pt x="5111" y="15329"/>
                </a:lnTo>
                <a:lnTo>
                  <a:pt x="5062" y="15548"/>
                </a:lnTo>
                <a:lnTo>
                  <a:pt x="5062" y="15840"/>
                </a:lnTo>
                <a:lnTo>
                  <a:pt x="5038" y="16011"/>
                </a:lnTo>
                <a:lnTo>
                  <a:pt x="5013" y="16157"/>
                </a:lnTo>
                <a:lnTo>
                  <a:pt x="4916" y="15889"/>
                </a:lnTo>
                <a:lnTo>
                  <a:pt x="4819" y="15621"/>
                </a:lnTo>
                <a:lnTo>
                  <a:pt x="4673" y="15062"/>
                </a:lnTo>
                <a:lnTo>
                  <a:pt x="4551" y="14478"/>
                </a:lnTo>
                <a:lnTo>
                  <a:pt x="4405" y="13918"/>
                </a:lnTo>
                <a:lnTo>
                  <a:pt x="4283" y="13578"/>
                </a:lnTo>
                <a:lnTo>
                  <a:pt x="4162" y="13237"/>
                </a:lnTo>
                <a:lnTo>
                  <a:pt x="3894" y="12580"/>
                </a:lnTo>
                <a:lnTo>
                  <a:pt x="3626" y="11923"/>
                </a:lnTo>
                <a:lnTo>
                  <a:pt x="3359" y="11242"/>
                </a:lnTo>
                <a:lnTo>
                  <a:pt x="3261" y="11023"/>
                </a:lnTo>
                <a:lnTo>
                  <a:pt x="3164" y="10804"/>
                </a:lnTo>
                <a:lnTo>
                  <a:pt x="3067" y="10609"/>
                </a:lnTo>
                <a:lnTo>
                  <a:pt x="2945" y="10414"/>
                </a:lnTo>
                <a:lnTo>
                  <a:pt x="2799" y="10244"/>
                </a:lnTo>
                <a:lnTo>
                  <a:pt x="2629" y="10074"/>
                </a:lnTo>
                <a:lnTo>
                  <a:pt x="2459" y="9903"/>
                </a:lnTo>
                <a:lnTo>
                  <a:pt x="2264" y="9757"/>
                </a:lnTo>
                <a:lnTo>
                  <a:pt x="2045" y="9611"/>
                </a:lnTo>
                <a:lnTo>
                  <a:pt x="1802" y="9465"/>
                </a:lnTo>
                <a:lnTo>
                  <a:pt x="1339" y="9222"/>
                </a:lnTo>
                <a:lnTo>
                  <a:pt x="1218" y="9125"/>
                </a:lnTo>
                <a:lnTo>
                  <a:pt x="1120" y="9052"/>
                </a:lnTo>
                <a:lnTo>
                  <a:pt x="974" y="8857"/>
                </a:lnTo>
                <a:lnTo>
                  <a:pt x="853" y="8662"/>
                </a:lnTo>
                <a:lnTo>
                  <a:pt x="731" y="8419"/>
                </a:lnTo>
                <a:lnTo>
                  <a:pt x="682" y="8346"/>
                </a:lnTo>
                <a:lnTo>
                  <a:pt x="804" y="7786"/>
                </a:lnTo>
                <a:lnTo>
                  <a:pt x="926" y="7227"/>
                </a:lnTo>
                <a:lnTo>
                  <a:pt x="1096" y="6691"/>
                </a:lnTo>
                <a:lnTo>
                  <a:pt x="1315" y="6156"/>
                </a:lnTo>
                <a:lnTo>
                  <a:pt x="1534" y="5621"/>
                </a:lnTo>
                <a:lnTo>
                  <a:pt x="1802" y="5134"/>
                </a:lnTo>
                <a:lnTo>
                  <a:pt x="2069" y="4648"/>
                </a:lnTo>
                <a:lnTo>
                  <a:pt x="2386" y="4185"/>
                </a:lnTo>
                <a:lnTo>
                  <a:pt x="2653" y="3820"/>
                </a:lnTo>
                <a:lnTo>
                  <a:pt x="2945" y="3480"/>
                </a:lnTo>
                <a:lnTo>
                  <a:pt x="3237" y="3626"/>
                </a:lnTo>
                <a:lnTo>
                  <a:pt x="3578" y="3723"/>
                </a:lnTo>
                <a:lnTo>
                  <a:pt x="3894" y="3772"/>
                </a:lnTo>
                <a:lnTo>
                  <a:pt x="4064" y="3772"/>
                </a:lnTo>
                <a:lnTo>
                  <a:pt x="4235" y="3747"/>
                </a:lnTo>
                <a:lnTo>
                  <a:pt x="4381" y="3723"/>
                </a:lnTo>
                <a:lnTo>
                  <a:pt x="4502" y="3674"/>
                </a:lnTo>
                <a:lnTo>
                  <a:pt x="4746" y="3553"/>
                </a:lnTo>
                <a:lnTo>
                  <a:pt x="4989" y="3382"/>
                </a:lnTo>
                <a:lnTo>
                  <a:pt x="5208" y="3212"/>
                </a:lnTo>
                <a:lnTo>
                  <a:pt x="5451" y="3042"/>
                </a:lnTo>
                <a:lnTo>
                  <a:pt x="5646" y="2920"/>
                </a:lnTo>
                <a:lnTo>
                  <a:pt x="5841" y="2823"/>
                </a:lnTo>
                <a:lnTo>
                  <a:pt x="6011" y="2750"/>
                </a:lnTo>
                <a:lnTo>
                  <a:pt x="6084" y="2725"/>
                </a:lnTo>
                <a:close/>
                <a:moveTo>
                  <a:pt x="12240" y="18079"/>
                </a:moveTo>
                <a:lnTo>
                  <a:pt x="12386" y="18128"/>
                </a:lnTo>
                <a:lnTo>
                  <a:pt x="12556" y="18152"/>
                </a:lnTo>
                <a:lnTo>
                  <a:pt x="12289" y="18225"/>
                </a:lnTo>
                <a:lnTo>
                  <a:pt x="12289" y="18152"/>
                </a:lnTo>
                <a:lnTo>
                  <a:pt x="12264" y="18103"/>
                </a:lnTo>
                <a:lnTo>
                  <a:pt x="12240" y="18079"/>
                </a:lnTo>
                <a:close/>
                <a:moveTo>
                  <a:pt x="10245" y="754"/>
                </a:moveTo>
                <a:lnTo>
                  <a:pt x="10804" y="779"/>
                </a:lnTo>
                <a:lnTo>
                  <a:pt x="11315" y="827"/>
                </a:lnTo>
                <a:lnTo>
                  <a:pt x="11534" y="852"/>
                </a:lnTo>
                <a:lnTo>
                  <a:pt x="11753" y="900"/>
                </a:lnTo>
                <a:lnTo>
                  <a:pt x="12216" y="1046"/>
                </a:lnTo>
                <a:lnTo>
                  <a:pt x="12678" y="1241"/>
                </a:lnTo>
                <a:lnTo>
                  <a:pt x="13116" y="1436"/>
                </a:lnTo>
                <a:lnTo>
                  <a:pt x="13578" y="1655"/>
                </a:lnTo>
                <a:lnTo>
                  <a:pt x="13043" y="1874"/>
                </a:lnTo>
                <a:lnTo>
                  <a:pt x="12824" y="1971"/>
                </a:lnTo>
                <a:lnTo>
                  <a:pt x="12629" y="2068"/>
                </a:lnTo>
                <a:lnTo>
                  <a:pt x="12435" y="2190"/>
                </a:lnTo>
                <a:lnTo>
                  <a:pt x="12264" y="2360"/>
                </a:lnTo>
                <a:lnTo>
                  <a:pt x="12240" y="2385"/>
                </a:lnTo>
                <a:lnTo>
                  <a:pt x="12264" y="2409"/>
                </a:lnTo>
                <a:lnTo>
                  <a:pt x="12289" y="2433"/>
                </a:lnTo>
                <a:lnTo>
                  <a:pt x="12532" y="2385"/>
                </a:lnTo>
                <a:lnTo>
                  <a:pt x="12751" y="2312"/>
                </a:lnTo>
                <a:lnTo>
                  <a:pt x="13213" y="2166"/>
                </a:lnTo>
                <a:lnTo>
                  <a:pt x="13603" y="2044"/>
                </a:lnTo>
                <a:lnTo>
                  <a:pt x="13822" y="1995"/>
                </a:lnTo>
                <a:lnTo>
                  <a:pt x="13992" y="1898"/>
                </a:lnTo>
                <a:lnTo>
                  <a:pt x="14162" y="1995"/>
                </a:lnTo>
                <a:lnTo>
                  <a:pt x="14114" y="2020"/>
                </a:lnTo>
                <a:lnTo>
                  <a:pt x="13724" y="2190"/>
                </a:lnTo>
                <a:lnTo>
                  <a:pt x="13311" y="2385"/>
                </a:lnTo>
                <a:lnTo>
                  <a:pt x="13140" y="2482"/>
                </a:lnTo>
                <a:lnTo>
                  <a:pt x="12946" y="2604"/>
                </a:lnTo>
                <a:lnTo>
                  <a:pt x="12775" y="2750"/>
                </a:lnTo>
                <a:lnTo>
                  <a:pt x="12654" y="2896"/>
                </a:lnTo>
                <a:lnTo>
                  <a:pt x="12629" y="2944"/>
                </a:lnTo>
                <a:lnTo>
                  <a:pt x="12654" y="2969"/>
                </a:lnTo>
                <a:lnTo>
                  <a:pt x="12678" y="2969"/>
                </a:lnTo>
                <a:lnTo>
                  <a:pt x="12824" y="2944"/>
                </a:lnTo>
                <a:lnTo>
                  <a:pt x="12994" y="2920"/>
                </a:lnTo>
                <a:lnTo>
                  <a:pt x="13286" y="2823"/>
                </a:lnTo>
                <a:lnTo>
                  <a:pt x="13846" y="2555"/>
                </a:lnTo>
                <a:lnTo>
                  <a:pt x="14211" y="2385"/>
                </a:lnTo>
                <a:lnTo>
                  <a:pt x="14576" y="2263"/>
                </a:lnTo>
                <a:lnTo>
                  <a:pt x="14698" y="2336"/>
                </a:lnTo>
                <a:lnTo>
                  <a:pt x="15014" y="2555"/>
                </a:lnTo>
                <a:lnTo>
                  <a:pt x="14503" y="2798"/>
                </a:lnTo>
                <a:lnTo>
                  <a:pt x="13749" y="3090"/>
                </a:lnTo>
                <a:lnTo>
                  <a:pt x="13359" y="3261"/>
                </a:lnTo>
                <a:lnTo>
                  <a:pt x="12994" y="3455"/>
                </a:lnTo>
                <a:lnTo>
                  <a:pt x="12970" y="3480"/>
                </a:lnTo>
                <a:lnTo>
                  <a:pt x="12970" y="3504"/>
                </a:lnTo>
                <a:lnTo>
                  <a:pt x="12994" y="3528"/>
                </a:lnTo>
                <a:lnTo>
                  <a:pt x="13019" y="3553"/>
                </a:lnTo>
                <a:lnTo>
                  <a:pt x="13213" y="3553"/>
                </a:lnTo>
                <a:lnTo>
                  <a:pt x="13432" y="3528"/>
                </a:lnTo>
                <a:lnTo>
                  <a:pt x="13822" y="3431"/>
                </a:lnTo>
                <a:lnTo>
                  <a:pt x="14235" y="3309"/>
                </a:lnTo>
                <a:lnTo>
                  <a:pt x="14625" y="3163"/>
                </a:lnTo>
                <a:lnTo>
                  <a:pt x="15014" y="3042"/>
                </a:lnTo>
                <a:lnTo>
                  <a:pt x="15452" y="2896"/>
                </a:lnTo>
                <a:lnTo>
                  <a:pt x="15647" y="3066"/>
                </a:lnTo>
                <a:lnTo>
                  <a:pt x="15428" y="3139"/>
                </a:lnTo>
                <a:lnTo>
                  <a:pt x="15209" y="3236"/>
                </a:lnTo>
                <a:lnTo>
                  <a:pt x="14795" y="3431"/>
                </a:lnTo>
                <a:lnTo>
                  <a:pt x="14430" y="3601"/>
                </a:lnTo>
                <a:lnTo>
                  <a:pt x="14138" y="3626"/>
                </a:lnTo>
                <a:lnTo>
                  <a:pt x="13870" y="3650"/>
                </a:lnTo>
                <a:lnTo>
                  <a:pt x="13578" y="3699"/>
                </a:lnTo>
                <a:lnTo>
                  <a:pt x="13311" y="3796"/>
                </a:lnTo>
                <a:lnTo>
                  <a:pt x="13189" y="3869"/>
                </a:lnTo>
                <a:lnTo>
                  <a:pt x="13067" y="3942"/>
                </a:lnTo>
                <a:lnTo>
                  <a:pt x="12970" y="4039"/>
                </a:lnTo>
                <a:lnTo>
                  <a:pt x="12873" y="4137"/>
                </a:lnTo>
                <a:lnTo>
                  <a:pt x="12800" y="4258"/>
                </a:lnTo>
                <a:lnTo>
                  <a:pt x="12727" y="4380"/>
                </a:lnTo>
                <a:lnTo>
                  <a:pt x="12654" y="4648"/>
                </a:lnTo>
                <a:lnTo>
                  <a:pt x="12629" y="4745"/>
                </a:lnTo>
                <a:lnTo>
                  <a:pt x="12629" y="4842"/>
                </a:lnTo>
                <a:lnTo>
                  <a:pt x="12629" y="5013"/>
                </a:lnTo>
                <a:lnTo>
                  <a:pt x="12629" y="5110"/>
                </a:lnTo>
                <a:lnTo>
                  <a:pt x="12605" y="5183"/>
                </a:lnTo>
                <a:lnTo>
                  <a:pt x="12556" y="5280"/>
                </a:lnTo>
                <a:lnTo>
                  <a:pt x="12459" y="5353"/>
                </a:lnTo>
                <a:lnTo>
                  <a:pt x="12240" y="5548"/>
                </a:lnTo>
                <a:lnTo>
                  <a:pt x="12045" y="5767"/>
                </a:lnTo>
                <a:lnTo>
                  <a:pt x="11997" y="5840"/>
                </a:lnTo>
                <a:lnTo>
                  <a:pt x="11972" y="5937"/>
                </a:lnTo>
                <a:lnTo>
                  <a:pt x="11972" y="6010"/>
                </a:lnTo>
                <a:lnTo>
                  <a:pt x="11997" y="6107"/>
                </a:lnTo>
                <a:lnTo>
                  <a:pt x="12045" y="6156"/>
                </a:lnTo>
                <a:lnTo>
                  <a:pt x="12070" y="6156"/>
                </a:lnTo>
                <a:lnTo>
                  <a:pt x="11948" y="6205"/>
                </a:lnTo>
                <a:lnTo>
                  <a:pt x="11534" y="6375"/>
                </a:lnTo>
                <a:lnTo>
                  <a:pt x="11364" y="6497"/>
                </a:lnTo>
                <a:lnTo>
                  <a:pt x="11169" y="6618"/>
                </a:lnTo>
                <a:lnTo>
                  <a:pt x="11048" y="6740"/>
                </a:lnTo>
                <a:lnTo>
                  <a:pt x="10999" y="6862"/>
                </a:lnTo>
                <a:lnTo>
                  <a:pt x="10999" y="6983"/>
                </a:lnTo>
                <a:lnTo>
                  <a:pt x="11048" y="7081"/>
                </a:lnTo>
                <a:lnTo>
                  <a:pt x="11121" y="7178"/>
                </a:lnTo>
                <a:lnTo>
                  <a:pt x="11218" y="7275"/>
                </a:lnTo>
                <a:lnTo>
                  <a:pt x="11364" y="7324"/>
                </a:lnTo>
                <a:lnTo>
                  <a:pt x="11486" y="7373"/>
                </a:lnTo>
                <a:lnTo>
                  <a:pt x="11340" y="7470"/>
                </a:lnTo>
                <a:lnTo>
                  <a:pt x="11194" y="7592"/>
                </a:lnTo>
                <a:lnTo>
                  <a:pt x="11072" y="7738"/>
                </a:lnTo>
                <a:lnTo>
                  <a:pt x="10950" y="7908"/>
                </a:lnTo>
                <a:lnTo>
                  <a:pt x="10853" y="8151"/>
                </a:lnTo>
                <a:lnTo>
                  <a:pt x="10804" y="8419"/>
                </a:lnTo>
                <a:lnTo>
                  <a:pt x="10731" y="8954"/>
                </a:lnTo>
                <a:lnTo>
                  <a:pt x="10683" y="9222"/>
                </a:lnTo>
                <a:lnTo>
                  <a:pt x="10659" y="9514"/>
                </a:lnTo>
                <a:lnTo>
                  <a:pt x="10683" y="9806"/>
                </a:lnTo>
                <a:lnTo>
                  <a:pt x="10707" y="9952"/>
                </a:lnTo>
                <a:lnTo>
                  <a:pt x="10780" y="10074"/>
                </a:lnTo>
                <a:lnTo>
                  <a:pt x="10926" y="10293"/>
                </a:lnTo>
                <a:lnTo>
                  <a:pt x="10999" y="10390"/>
                </a:lnTo>
                <a:lnTo>
                  <a:pt x="11096" y="10463"/>
                </a:lnTo>
                <a:lnTo>
                  <a:pt x="11194" y="10512"/>
                </a:lnTo>
                <a:lnTo>
                  <a:pt x="11315" y="10560"/>
                </a:lnTo>
                <a:lnTo>
                  <a:pt x="11583" y="10633"/>
                </a:lnTo>
                <a:lnTo>
                  <a:pt x="11875" y="10633"/>
                </a:lnTo>
                <a:lnTo>
                  <a:pt x="12191" y="10609"/>
                </a:lnTo>
                <a:lnTo>
                  <a:pt x="12337" y="10633"/>
                </a:lnTo>
                <a:lnTo>
                  <a:pt x="12459" y="10682"/>
                </a:lnTo>
                <a:lnTo>
                  <a:pt x="12556" y="10755"/>
                </a:lnTo>
                <a:lnTo>
                  <a:pt x="12629" y="10852"/>
                </a:lnTo>
                <a:lnTo>
                  <a:pt x="12702" y="10974"/>
                </a:lnTo>
                <a:lnTo>
                  <a:pt x="12751" y="11096"/>
                </a:lnTo>
                <a:lnTo>
                  <a:pt x="12800" y="11363"/>
                </a:lnTo>
                <a:lnTo>
                  <a:pt x="12848" y="11485"/>
                </a:lnTo>
                <a:lnTo>
                  <a:pt x="12897" y="11607"/>
                </a:lnTo>
                <a:lnTo>
                  <a:pt x="12946" y="11728"/>
                </a:lnTo>
                <a:lnTo>
                  <a:pt x="13043" y="11826"/>
                </a:lnTo>
                <a:lnTo>
                  <a:pt x="13165" y="12020"/>
                </a:lnTo>
                <a:lnTo>
                  <a:pt x="13262" y="12215"/>
                </a:lnTo>
                <a:lnTo>
                  <a:pt x="13311" y="12434"/>
                </a:lnTo>
                <a:lnTo>
                  <a:pt x="13311" y="12677"/>
                </a:lnTo>
                <a:lnTo>
                  <a:pt x="13311" y="13091"/>
                </a:lnTo>
                <a:lnTo>
                  <a:pt x="13359" y="13505"/>
                </a:lnTo>
                <a:lnTo>
                  <a:pt x="13408" y="13699"/>
                </a:lnTo>
                <a:lnTo>
                  <a:pt x="13457" y="13894"/>
                </a:lnTo>
                <a:lnTo>
                  <a:pt x="13554" y="14088"/>
                </a:lnTo>
                <a:lnTo>
                  <a:pt x="13651" y="14283"/>
                </a:lnTo>
                <a:lnTo>
                  <a:pt x="13822" y="14526"/>
                </a:lnTo>
                <a:lnTo>
                  <a:pt x="13919" y="14624"/>
                </a:lnTo>
                <a:lnTo>
                  <a:pt x="14016" y="14721"/>
                </a:lnTo>
                <a:lnTo>
                  <a:pt x="14138" y="14794"/>
                </a:lnTo>
                <a:lnTo>
                  <a:pt x="14260" y="14843"/>
                </a:lnTo>
                <a:lnTo>
                  <a:pt x="14406" y="14867"/>
                </a:lnTo>
                <a:lnTo>
                  <a:pt x="14576" y="14843"/>
                </a:lnTo>
                <a:lnTo>
                  <a:pt x="14698" y="14794"/>
                </a:lnTo>
                <a:lnTo>
                  <a:pt x="14819" y="14745"/>
                </a:lnTo>
                <a:lnTo>
                  <a:pt x="14917" y="14648"/>
                </a:lnTo>
                <a:lnTo>
                  <a:pt x="15014" y="14551"/>
                </a:lnTo>
                <a:lnTo>
                  <a:pt x="15355" y="14502"/>
                </a:lnTo>
                <a:lnTo>
                  <a:pt x="15695" y="14429"/>
                </a:lnTo>
                <a:lnTo>
                  <a:pt x="16377" y="14234"/>
                </a:lnTo>
                <a:lnTo>
                  <a:pt x="16717" y="14113"/>
                </a:lnTo>
                <a:lnTo>
                  <a:pt x="17034" y="13967"/>
                </a:lnTo>
                <a:lnTo>
                  <a:pt x="17350" y="13821"/>
                </a:lnTo>
                <a:lnTo>
                  <a:pt x="17691" y="13699"/>
                </a:lnTo>
                <a:lnTo>
                  <a:pt x="17472" y="14113"/>
                </a:lnTo>
                <a:lnTo>
                  <a:pt x="17228" y="14526"/>
                </a:lnTo>
                <a:lnTo>
                  <a:pt x="17107" y="14526"/>
                </a:lnTo>
                <a:lnTo>
                  <a:pt x="16961" y="14551"/>
                </a:lnTo>
                <a:lnTo>
                  <a:pt x="16669" y="14599"/>
                </a:lnTo>
                <a:lnTo>
                  <a:pt x="16231" y="14721"/>
                </a:lnTo>
                <a:lnTo>
                  <a:pt x="15233" y="15013"/>
                </a:lnTo>
                <a:lnTo>
                  <a:pt x="14284" y="15329"/>
                </a:lnTo>
                <a:lnTo>
                  <a:pt x="14260" y="15354"/>
                </a:lnTo>
                <a:lnTo>
                  <a:pt x="14235" y="15378"/>
                </a:lnTo>
                <a:lnTo>
                  <a:pt x="14235" y="15402"/>
                </a:lnTo>
                <a:lnTo>
                  <a:pt x="14284" y="15427"/>
                </a:lnTo>
                <a:lnTo>
                  <a:pt x="14454" y="15451"/>
                </a:lnTo>
                <a:lnTo>
                  <a:pt x="14673" y="15475"/>
                </a:lnTo>
                <a:lnTo>
                  <a:pt x="14868" y="15451"/>
                </a:lnTo>
                <a:lnTo>
                  <a:pt x="15063" y="15427"/>
                </a:lnTo>
                <a:lnTo>
                  <a:pt x="15452" y="15329"/>
                </a:lnTo>
                <a:lnTo>
                  <a:pt x="15841" y="15232"/>
                </a:lnTo>
                <a:lnTo>
                  <a:pt x="16304" y="15110"/>
                </a:lnTo>
                <a:lnTo>
                  <a:pt x="16766" y="14989"/>
                </a:lnTo>
                <a:lnTo>
                  <a:pt x="16936" y="14989"/>
                </a:lnTo>
                <a:lnTo>
                  <a:pt x="16815" y="15159"/>
                </a:lnTo>
                <a:lnTo>
                  <a:pt x="16571" y="15500"/>
                </a:lnTo>
                <a:lnTo>
                  <a:pt x="16231" y="15524"/>
                </a:lnTo>
                <a:lnTo>
                  <a:pt x="15890" y="15573"/>
                </a:lnTo>
                <a:lnTo>
                  <a:pt x="15233" y="15767"/>
                </a:lnTo>
                <a:lnTo>
                  <a:pt x="14381" y="16011"/>
                </a:lnTo>
                <a:lnTo>
                  <a:pt x="13968" y="16132"/>
                </a:lnTo>
                <a:lnTo>
                  <a:pt x="13530" y="16230"/>
                </a:lnTo>
                <a:lnTo>
                  <a:pt x="13505" y="16278"/>
                </a:lnTo>
                <a:lnTo>
                  <a:pt x="13481" y="16303"/>
                </a:lnTo>
                <a:lnTo>
                  <a:pt x="13505" y="16351"/>
                </a:lnTo>
                <a:lnTo>
                  <a:pt x="13554" y="16376"/>
                </a:lnTo>
                <a:lnTo>
                  <a:pt x="13919" y="16351"/>
                </a:lnTo>
                <a:lnTo>
                  <a:pt x="14284" y="16327"/>
                </a:lnTo>
                <a:lnTo>
                  <a:pt x="14625" y="16303"/>
                </a:lnTo>
                <a:lnTo>
                  <a:pt x="14990" y="16230"/>
                </a:lnTo>
                <a:lnTo>
                  <a:pt x="15549" y="16132"/>
                </a:lnTo>
                <a:lnTo>
                  <a:pt x="16133" y="16011"/>
                </a:lnTo>
                <a:lnTo>
                  <a:pt x="15866" y="16278"/>
                </a:lnTo>
                <a:lnTo>
                  <a:pt x="15574" y="16327"/>
                </a:lnTo>
                <a:lnTo>
                  <a:pt x="15282" y="16376"/>
                </a:lnTo>
                <a:lnTo>
                  <a:pt x="14698" y="16473"/>
                </a:lnTo>
                <a:lnTo>
                  <a:pt x="14308" y="16522"/>
                </a:lnTo>
                <a:lnTo>
                  <a:pt x="13943" y="16570"/>
                </a:lnTo>
                <a:lnTo>
                  <a:pt x="13578" y="16668"/>
                </a:lnTo>
                <a:lnTo>
                  <a:pt x="13408" y="16716"/>
                </a:lnTo>
                <a:lnTo>
                  <a:pt x="13238" y="16814"/>
                </a:lnTo>
                <a:lnTo>
                  <a:pt x="13213" y="16814"/>
                </a:lnTo>
                <a:lnTo>
                  <a:pt x="13213" y="16838"/>
                </a:lnTo>
                <a:lnTo>
                  <a:pt x="13238" y="16862"/>
                </a:lnTo>
                <a:lnTo>
                  <a:pt x="13262" y="16887"/>
                </a:lnTo>
                <a:lnTo>
                  <a:pt x="13457" y="16911"/>
                </a:lnTo>
                <a:lnTo>
                  <a:pt x="14065" y="16911"/>
                </a:lnTo>
                <a:lnTo>
                  <a:pt x="14479" y="16887"/>
                </a:lnTo>
                <a:lnTo>
                  <a:pt x="14868" y="16838"/>
                </a:lnTo>
                <a:lnTo>
                  <a:pt x="15282" y="16789"/>
                </a:lnTo>
                <a:lnTo>
                  <a:pt x="15014" y="17008"/>
                </a:lnTo>
                <a:lnTo>
                  <a:pt x="14722" y="17203"/>
                </a:lnTo>
                <a:lnTo>
                  <a:pt x="14552" y="17179"/>
                </a:lnTo>
                <a:lnTo>
                  <a:pt x="14357" y="17154"/>
                </a:lnTo>
                <a:lnTo>
                  <a:pt x="13968" y="17179"/>
                </a:lnTo>
                <a:lnTo>
                  <a:pt x="13603" y="17203"/>
                </a:lnTo>
                <a:lnTo>
                  <a:pt x="13238" y="17227"/>
                </a:lnTo>
                <a:lnTo>
                  <a:pt x="12532" y="17300"/>
                </a:lnTo>
                <a:lnTo>
                  <a:pt x="12483" y="17325"/>
                </a:lnTo>
                <a:lnTo>
                  <a:pt x="12459" y="17373"/>
                </a:lnTo>
                <a:lnTo>
                  <a:pt x="12483" y="17422"/>
                </a:lnTo>
                <a:lnTo>
                  <a:pt x="12532" y="17446"/>
                </a:lnTo>
                <a:lnTo>
                  <a:pt x="13165" y="17519"/>
                </a:lnTo>
                <a:lnTo>
                  <a:pt x="13481" y="17544"/>
                </a:lnTo>
                <a:lnTo>
                  <a:pt x="13797" y="17568"/>
                </a:lnTo>
                <a:lnTo>
                  <a:pt x="14089" y="17592"/>
                </a:lnTo>
                <a:lnTo>
                  <a:pt x="13846" y="17714"/>
                </a:lnTo>
                <a:lnTo>
                  <a:pt x="13530" y="17836"/>
                </a:lnTo>
                <a:lnTo>
                  <a:pt x="13505" y="17811"/>
                </a:lnTo>
                <a:lnTo>
                  <a:pt x="13432" y="17787"/>
                </a:lnTo>
                <a:lnTo>
                  <a:pt x="13335" y="17763"/>
                </a:lnTo>
                <a:lnTo>
                  <a:pt x="13140" y="17763"/>
                </a:lnTo>
                <a:lnTo>
                  <a:pt x="12946" y="17787"/>
                </a:lnTo>
                <a:lnTo>
                  <a:pt x="12751" y="17787"/>
                </a:lnTo>
                <a:lnTo>
                  <a:pt x="12337" y="17763"/>
                </a:lnTo>
                <a:lnTo>
                  <a:pt x="11948" y="17763"/>
                </a:lnTo>
                <a:lnTo>
                  <a:pt x="11899" y="17787"/>
                </a:lnTo>
                <a:lnTo>
                  <a:pt x="11899" y="17836"/>
                </a:lnTo>
                <a:lnTo>
                  <a:pt x="12021" y="17957"/>
                </a:lnTo>
                <a:lnTo>
                  <a:pt x="12167" y="18030"/>
                </a:lnTo>
                <a:lnTo>
                  <a:pt x="11948" y="17982"/>
                </a:lnTo>
                <a:lnTo>
                  <a:pt x="11656" y="17957"/>
                </a:lnTo>
                <a:lnTo>
                  <a:pt x="11534" y="17957"/>
                </a:lnTo>
                <a:lnTo>
                  <a:pt x="11413" y="17982"/>
                </a:lnTo>
                <a:lnTo>
                  <a:pt x="11340" y="18030"/>
                </a:lnTo>
                <a:lnTo>
                  <a:pt x="11340" y="18055"/>
                </a:lnTo>
                <a:lnTo>
                  <a:pt x="11315" y="18103"/>
                </a:lnTo>
                <a:lnTo>
                  <a:pt x="11340" y="18176"/>
                </a:lnTo>
                <a:lnTo>
                  <a:pt x="11388" y="18225"/>
                </a:lnTo>
                <a:lnTo>
                  <a:pt x="11559" y="18298"/>
                </a:lnTo>
                <a:lnTo>
                  <a:pt x="11753" y="18371"/>
                </a:lnTo>
                <a:lnTo>
                  <a:pt x="11510" y="18420"/>
                </a:lnTo>
                <a:lnTo>
                  <a:pt x="11437" y="18347"/>
                </a:lnTo>
                <a:lnTo>
                  <a:pt x="11291" y="18298"/>
                </a:lnTo>
                <a:lnTo>
                  <a:pt x="11121" y="18274"/>
                </a:lnTo>
                <a:lnTo>
                  <a:pt x="10926" y="18298"/>
                </a:lnTo>
                <a:lnTo>
                  <a:pt x="10756" y="18347"/>
                </a:lnTo>
                <a:lnTo>
                  <a:pt x="10731" y="18371"/>
                </a:lnTo>
                <a:lnTo>
                  <a:pt x="10731" y="18395"/>
                </a:lnTo>
                <a:lnTo>
                  <a:pt x="10731" y="18420"/>
                </a:lnTo>
                <a:lnTo>
                  <a:pt x="10756" y="18444"/>
                </a:lnTo>
                <a:lnTo>
                  <a:pt x="11023" y="18541"/>
                </a:lnTo>
                <a:lnTo>
                  <a:pt x="10926" y="18566"/>
                </a:lnTo>
                <a:lnTo>
                  <a:pt x="10877" y="18541"/>
                </a:lnTo>
                <a:lnTo>
                  <a:pt x="10488" y="18541"/>
                </a:lnTo>
                <a:lnTo>
                  <a:pt x="9515" y="18566"/>
                </a:lnTo>
                <a:lnTo>
                  <a:pt x="8396" y="18566"/>
                </a:lnTo>
                <a:lnTo>
                  <a:pt x="7885" y="18517"/>
                </a:lnTo>
                <a:lnTo>
                  <a:pt x="7666" y="18493"/>
                </a:lnTo>
                <a:lnTo>
                  <a:pt x="7471" y="18444"/>
                </a:lnTo>
                <a:lnTo>
                  <a:pt x="7082" y="18322"/>
                </a:lnTo>
                <a:lnTo>
                  <a:pt x="6692" y="18176"/>
                </a:lnTo>
                <a:lnTo>
                  <a:pt x="6303" y="18006"/>
                </a:lnTo>
                <a:lnTo>
                  <a:pt x="5938" y="17836"/>
                </a:lnTo>
                <a:lnTo>
                  <a:pt x="5208" y="17446"/>
                </a:lnTo>
                <a:lnTo>
                  <a:pt x="4527" y="17008"/>
                </a:lnTo>
                <a:lnTo>
                  <a:pt x="4162" y="16765"/>
                </a:lnTo>
                <a:lnTo>
                  <a:pt x="3797" y="16473"/>
                </a:lnTo>
                <a:lnTo>
                  <a:pt x="3456" y="16181"/>
                </a:lnTo>
                <a:lnTo>
                  <a:pt x="3140" y="15865"/>
                </a:lnTo>
                <a:lnTo>
                  <a:pt x="2823" y="15548"/>
                </a:lnTo>
                <a:lnTo>
                  <a:pt x="2532" y="15208"/>
                </a:lnTo>
                <a:lnTo>
                  <a:pt x="2264" y="14843"/>
                </a:lnTo>
                <a:lnTo>
                  <a:pt x="1996" y="14478"/>
                </a:lnTo>
                <a:lnTo>
                  <a:pt x="1753" y="14113"/>
                </a:lnTo>
                <a:lnTo>
                  <a:pt x="1534" y="13699"/>
                </a:lnTo>
                <a:lnTo>
                  <a:pt x="1339" y="13310"/>
                </a:lnTo>
                <a:lnTo>
                  <a:pt x="1169" y="12896"/>
                </a:lnTo>
                <a:lnTo>
                  <a:pt x="999" y="12483"/>
                </a:lnTo>
                <a:lnTo>
                  <a:pt x="877" y="12045"/>
                </a:lnTo>
                <a:lnTo>
                  <a:pt x="755" y="11607"/>
                </a:lnTo>
                <a:lnTo>
                  <a:pt x="682" y="11169"/>
                </a:lnTo>
                <a:lnTo>
                  <a:pt x="609" y="10658"/>
                </a:lnTo>
                <a:lnTo>
                  <a:pt x="561" y="10147"/>
                </a:lnTo>
                <a:lnTo>
                  <a:pt x="561" y="9611"/>
                </a:lnTo>
                <a:lnTo>
                  <a:pt x="585" y="9100"/>
                </a:lnTo>
                <a:lnTo>
                  <a:pt x="780" y="9319"/>
                </a:lnTo>
                <a:lnTo>
                  <a:pt x="974" y="9514"/>
                </a:lnTo>
                <a:lnTo>
                  <a:pt x="1218" y="9684"/>
                </a:lnTo>
                <a:lnTo>
                  <a:pt x="1510" y="9855"/>
                </a:lnTo>
                <a:lnTo>
                  <a:pt x="1777" y="10001"/>
                </a:lnTo>
                <a:lnTo>
                  <a:pt x="2021" y="10171"/>
                </a:lnTo>
                <a:lnTo>
                  <a:pt x="2215" y="10341"/>
                </a:lnTo>
                <a:lnTo>
                  <a:pt x="2410" y="10536"/>
                </a:lnTo>
                <a:lnTo>
                  <a:pt x="2580" y="10731"/>
                </a:lnTo>
                <a:lnTo>
                  <a:pt x="2702" y="10974"/>
                </a:lnTo>
                <a:lnTo>
                  <a:pt x="2848" y="11217"/>
                </a:lnTo>
                <a:lnTo>
                  <a:pt x="2945" y="11509"/>
                </a:lnTo>
                <a:lnTo>
                  <a:pt x="3213" y="12191"/>
                </a:lnTo>
                <a:lnTo>
                  <a:pt x="3480" y="12848"/>
                </a:lnTo>
                <a:lnTo>
                  <a:pt x="3772" y="13529"/>
                </a:lnTo>
                <a:lnTo>
                  <a:pt x="3894" y="13869"/>
                </a:lnTo>
                <a:lnTo>
                  <a:pt x="3991" y="14210"/>
                </a:lnTo>
                <a:lnTo>
                  <a:pt x="4162" y="14843"/>
                </a:lnTo>
                <a:lnTo>
                  <a:pt x="4308" y="15475"/>
                </a:lnTo>
                <a:lnTo>
                  <a:pt x="4405" y="15792"/>
                </a:lnTo>
                <a:lnTo>
                  <a:pt x="4502" y="16108"/>
                </a:lnTo>
                <a:lnTo>
                  <a:pt x="4648" y="16400"/>
                </a:lnTo>
                <a:lnTo>
                  <a:pt x="4819" y="16692"/>
                </a:lnTo>
                <a:lnTo>
                  <a:pt x="4867" y="16765"/>
                </a:lnTo>
                <a:lnTo>
                  <a:pt x="4940" y="16789"/>
                </a:lnTo>
                <a:lnTo>
                  <a:pt x="5038" y="16789"/>
                </a:lnTo>
                <a:lnTo>
                  <a:pt x="5111" y="16765"/>
                </a:lnTo>
                <a:lnTo>
                  <a:pt x="5232" y="16692"/>
                </a:lnTo>
                <a:lnTo>
                  <a:pt x="5305" y="16570"/>
                </a:lnTo>
                <a:lnTo>
                  <a:pt x="5378" y="16473"/>
                </a:lnTo>
                <a:lnTo>
                  <a:pt x="5403" y="16351"/>
                </a:lnTo>
                <a:lnTo>
                  <a:pt x="5451" y="16084"/>
                </a:lnTo>
                <a:lnTo>
                  <a:pt x="5476" y="15816"/>
                </a:lnTo>
                <a:lnTo>
                  <a:pt x="5524" y="15573"/>
                </a:lnTo>
                <a:lnTo>
                  <a:pt x="5573" y="15329"/>
                </a:lnTo>
                <a:lnTo>
                  <a:pt x="5670" y="15110"/>
                </a:lnTo>
                <a:lnTo>
                  <a:pt x="5792" y="14891"/>
                </a:lnTo>
                <a:lnTo>
                  <a:pt x="6035" y="14478"/>
                </a:lnTo>
                <a:lnTo>
                  <a:pt x="6327" y="14064"/>
                </a:lnTo>
                <a:lnTo>
                  <a:pt x="6522" y="13796"/>
                </a:lnTo>
                <a:lnTo>
                  <a:pt x="6741" y="13480"/>
                </a:lnTo>
                <a:lnTo>
                  <a:pt x="6936" y="13164"/>
                </a:lnTo>
                <a:lnTo>
                  <a:pt x="7106" y="12799"/>
                </a:lnTo>
                <a:lnTo>
                  <a:pt x="7155" y="12629"/>
                </a:lnTo>
                <a:lnTo>
                  <a:pt x="7203" y="12458"/>
                </a:lnTo>
                <a:lnTo>
                  <a:pt x="7228" y="12264"/>
                </a:lnTo>
                <a:lnTo>
                  <a:pt x="7228" y="12093"/>
                </a:lnTo>
                <a:lnTo>
                  <a:pt x="7203" y="11923"/>
                </a:lnTo>
                <a:lnTo>
                  <a:pt x="7155" y="11753"/>
                </a:lnTo>
                <a:lnTo>
                  <a:pt x="7082" y="11607"/>
                </a:lnTo>
                <a:lnTo>
                  <a:pt x="6960" y="11436"/>
                </a:lnTo>
                <a:lnTo>
                  <a:pt x="6863" y="11315"/>
                </a:lnTo>
                <a:lnTo>
                  <a:pt x="6717" y="11217"/>
                </a:lnTo>
                <a:lnTo>
                  <a:pt x="6449" y="11023"/>
                </a:lnTo>
                <a:lnTo>
                  <a:pt x="6157" y="10852"/>
                </a:lnTo>
                <a:lnTo>
                  <a:pt x="5865" y="10706"/>
                </a:lnTo>
                <a:lnTo>
                  <a:pt x="5062" y="10341"/>
                </a:lnTo>
                <a:lnTo>
                  <a:pt x="4648" y="10147"/>
                </a:lnTo>
                <a:lnTo>
                  <a:pt x="4235" y="10001"/>
                </a:lnTo>
                <a:lnTo>
                  <a:pt x="3991" y="9952"/>
                </a:lnTo>
                <a:lnTo>
                  <a:pt x="3724" y="9928"/>
                </a:lnTo>
                <a:lnTo>
                  <a:pt x="3456" y="9879"/>
                </a:lnTo>
                <a:lnTo>
                  <a:pt x="3334" y="9830"/>
                </a:lnTo>
                <a:lnTo>
                  <a:pt x="3213" y="9782"/>
                </a:lnTo>
                <a:lnTo>
                  <a:pt x="3042" y="9684"/>
                </a:lnTo>
                <a:lnTo>
                  <a:pt x="2872" y="9538"/>
                </a:lnTo>
                <a:lnTo>
                  <a:pt x="2726" y="9392"/>
                </a:lnTo>
                <a:lnTo>
                  <a:pt x="2580" y="9271"/>
                </a:lnTo>
                <a:lnTo>
                  <a:pt x="2459" y="9173"/>
                </a:lnTo>
                <a:lnTo>
                  <a:pt x="2337" y="9125"/>
                </a:lnTo>
                <a:lnTo>
                  <a:pt x="2069" y="9052"/>
                </a:lnTo>
                <a:lnTo>
                  <a:pt x="1923" y="9027"/>
                </a:lnTo>
                <a:lnTo>
                  <a:pt x="1826" y="8954"/>
                </a:lnTo>
                <a:lnTo>
                  <a:pt x="1777" y="8906"/>
                </a:lnTo>
                <a:lnTo>
                  <a:pt x="1753" y="8808"/>
                </a:lnTo>
                <a:lnTo>
                  <a:pt x="1753" y="8735"/>
                </a:lnTo>
                <a:lnTo>
                  <a:pt x="1777" y="8638"/>
                </a:lnTo>
                <a:lnTo>
                  <a:pt x="1850" y="8541"/>
                </a:lnTo>
                <a:lnTo>
                  <a:pt x="1948" y="8443"/>
                </a:lnTo>
                <a:lnTo>
                  <a:pt x="2069" y="8346"/>
                </a:lnTo>
                <a:lnTo>
                  <a:pt x="2191" y="8273"/>
                </a:lnTo>
                <a:lnTo>
                  <a:pt x="2483" y="8127"/>
                </a:lnTo>
                <a:lnTo>
                  <a:pt x="3091" y="7908"/>
                </a:lnTo>
                <a:lnTo>
                  <a:pt x="3261" y="7835"/>
                </a:lnTo>
                <a:lnTo>
                  <a:pt x="3407" y="7738"/>
                </a:lnTo>
                <a:lnTo>
                  <a:pt x="3675" y="7543"/>
                </a:lnTo>
                <a:lnTo>
                  <a:pt x="3918" y="7300"/>
                </a:lnTo>
                <a:lnTo>
                  <a:pt x="4137" y="7032"/>
                </a:lnTo>
                <a:lnTo>
                  <a:pt x="4429" y="6716"/>
                </a:lnTo>
                <a:lnTo>
                  <a:pt x="4721" y="6448"/>
                </a:lnTo>
                <a:lnTo>
                  <a:pt x="5038" y="6229"/>
                </a:lnTo>
                <a:lnTo>
                  <a:pt x="5208" y="6107"/>
                </a:lnTo>
                <a:lnTo>
                  <a:pt x="5403" y="6010"/>
                </a:lnTo>
                <a:lnTo>
                  <a:pt x="5646" y="5913"/>
                </a:lnTo>
                <a:lnTo>
                  <a:pt x="5889" y="5791"/>
                </a:lnTo>
                <a:lnTo>
                  <a:pt x="5987" y="5718"/>
                </a:lnTo>
                <a:lnTo>
                  <a:pt x="6084" y="5645"/>
                </a:lnTo>
                <a:lnTo>
                  <a:pt x="6157" y="5548"/>
                </a:lnTo>
                <a:lnTo>
                  <a:pt x="6206" y="5426"/>
                </a:lnTo>
                <a:lnTo>
                  <a:pt x="6206" y="5305"/>
                </a:lnTo>
                <a:lnTo>
                  <a:pt x="6181" y="5207"/>
                </a:lnTo>
                <a:lnTo>
                  <a:pt x="6108" y="5086"/>
                </a:lnTo>
                <a:lnTo>
                  <a:pt x="6035" y="5013"/>
                </a:lnTo>
                <a:lnTo>
                  <a:pt x="5841" y="4842"/>
                </a:lnTo>
                <a:lnTo>
                  <a:pt x="5670" y="4721"/>
                </a:lnTo>
                <a:lnTo>
                  <a:pt x="5573" y="4648"/>
                </a:lnTo>
                <a:lnTo>
                  <a:pt x="5330" y="4648"/>
                </a:lnTo>
                <a:lnTo>
                  <a:pt x="5232" y="4672"/>
                </a:lnTo>
                <a:lnTo>
                  <a:pt x="4989" y="4794"/>
                </a:lnTo>
                <a:lnTo>
                  <a:pt x="4794" y="4891"/>
                </a:lnTo>
                <a:lnTo>
                  <a:pt x="4429" y="5013"/>
                </a:lnTo>
                <a:lnTo>
                  <a:pt x="4235" y="5013"/>
                </a:lnTo>
                <a:lnTo>
                  <a:pt x="4113" y="4964"/>
                </a:lnTo>
                <a:lnTo>
                  <a:pt x="3991" y="4915"/>
                </a:lnTo>
                <a:lnTo>
                  <a:pt x="3894" y="4842"/>
                </a:lnTo>
                <a:lnTo>
                  <a:pt x="3870" y="4794"/>
                </a:lnTo>
                <a:lnTo>
                  <a:pt x="3845" y="4745"/>
                </a:lnTo>
                <a:lnTo>
                  <a:pt x="3845" y="4696"/>
                </a:lnTo>
                <a:lnTo>
                  <a:pt x="3870" y="4648"/>
                </a:lnTo>
                <a:lnTo>
                  <a:pt x="3918" y="4599"/>
                </a:lnTo>
                <a:lnTo>
                  <a:pt x="3991" y="4550"/>
                </a:lnTo>
                <a:lnTo>
                  <a:pt x="4113" y="4477"/>
                </a:lnTo>
                <a:lnTo>
                  <a:pt x="4259" y="4429"/>
                </a:lnTo>
                <a:lnTo>
                  <a:pt x="4575" y="4331"/>
                </a:lnTo>
                <a:lnTo>
                  <a:pt x="4770" y="4210"/>
                </a:lnTo>
                <a:lnTo>
                  <a:pt x="4940" y="4112"/>
                </a:lnTo>
                <a:lnTo>
                  <a:pt x="5013" y="4088"/>
                </a:lnTo>
                <a:lnTo>
                  <a:pt x="5111" y="4088"/>
                </a:lnTo>
                <a:lnTo>
                  <a:pt x="5208" y="4112"/>
                </a:lnTo>
                <a:lnTo>
                  <a:pt x="5354" y="4185"/>
                </a:lnTo>
                <a:lnTo>
                  <a:pt x="5646" y="4356"/>
                </a:lnTo>
                <a:lnTo>
                  <a:pt x="5768" y="4453"/>
                </a:lnTo>
                <a:lnTo>
                  <a:pt x="5914" y="4526"/>
                </a:lnTo>
                <a:lnTo>
                  <a:pt x="6060" y="4550"/>
                </a:lnTo>
                <a:lnTo>
                  <a:pt x="6206" y="4550"/>
                </a:lnTo>
                <a:lnTo>
                  <a:pt x="6327" y="4526"/>
                </a:lnTo>
                <a:lnTo>
                  <a:pt x="6425" y="4453"/>
                </a:lnTo>
                <a:lnTo>
                  <a:pt x="6498" y="4356"/>
                </a:lnTo>
                <a:lnTo>
                  <a:pt x="6546" y="4234"/>
                </a:lnTo>
                <a:lnTo>
                  <a:pt x="6571" y="4112"/>
                </a:lnTo>
                <a:lnTo>
                  <a:pt x="6546" y="3966"/>
                </a:lnTo>
                <a:lnTo>
                  <a:pt x="6473" y="3772"/>
                </a:lnTo>
                <a:lnTo>
                  <a:pt x="6400" y="3553"/>
                </a:lnTo>
                <a:lnTo>
                  <a:pt x="6376" y="3504"/>
                </a:lnTo>
                <a:lnTo>
                  <a:pt x="6400" y="3431"/>
                </a:lnTo>
                <a:lnTo>
                  <a:pt x="6449" y="3236"/>
                </a:lnTo>
                <a:lnTo>
                  <a:pt x="6546" y="3066"/>
                </a:lnTo>
                <a:lnTo>
                  <a:pt x="6595" y="2920"/>
                </a:lnTo>
                <a:lnTo>
                  <a:pt x="6619" y="2774"/>
                </a:lnTo>
                <a:lnTo>
                  <a:pt x="6595" y="2628"/>
                </a:lnTo>
                <a:lnTo>
                  <a:pt x="6522" y="2506"/>
                </a:lnTo>
                <a:lnTo>
                  <a:pt x="6400" y="2409"/>
                </a:lnTo>
                <a:lnTo>
                  <a:pt x="6327" y="2360"/>
                </a:lnTo>
                <a:lnTo>
                  <a:pt x="6254" y="2336"/>
                </a:lnTo>
                <a:lnTo>
                  <a:pt x="6157" y="2312"/>
                </a:lnTo>
                <a:lnTo>
                  <a:pt x="6084" y="2312"/>
                </a:lnTo>
                <a:lnTo>
                  <a:pt x="5914" y="2360"/>
                </a:lnTo>
                <a:lnTo>
                  <a:pt x="5719" y="2433"/>
                </a:lnTo>
                <a:lnTo>
                  <a:pt x="5549" y="2531"/>
                </a:lnTo>
                <a:lnTo>
                  <a:pt x="5378" y="2652"/>
                </a:lnTo>
                <a:lnTo>
                  <a:pt x="5135" y="2847"/>
                </a:lnTo>
                <a:lnTo>
                  <a:pt x="4770" y="3115"/>
                </a:lnTo>
                <a:lnTo>
                  <a:pt x="4600" y="3236"/>
                </a:lnTo>
                <a:lnTo>
                  <a:pt x="4405" y="3358"/>
                </a:lnTo>
                <a:lnTo>
                  <a:pt x="4283" y="3407"/>
                </a:lnTo>
                <a:lnTo>
                  <a:pt x="4113" y="3431"/>
                </a:lnTo>
                <a:lnTo>
                  <a:pt x="3967" y="3455"/>
                </a:lnTo>
                <a:lnTo>
                  <a:pt x="3797" y="3431"/>
                </a:lnTo>
                <a:lnTo>
                  <a:pt x="3456" y="3358"/>
                </a:lnTo>
                <a:lnTo>
                  <a:pt x="3140" y="3261"/>
                </a:lnTo>
                <a:lnTo>
                  <a:pt x="3383" y="3017"/>
                </a:lnTo>
                <a:lnTo>
                  <a:pt x="3651" y="2774"/>
                </a:lnTo>
                <a:lnTo>
                  <a:pt x="3918" y="2555"/>
                </a:lnTo>
                <a:lnTo>
                  <a:pt x="4186" y="2336"/>
                </a:lnTo>
                <a:lnTo>
                  <a:pt x="4478" y="2141"/>
                </a:lnTo>
                <a:lnTo>
                  <a:pt x="4770" y="1947"/>
                </a:lnTo>
                <a:lnTo>
                  <a:pt x="5062" y="1776"/>
                </a:lnTo>
                <a:lnTo>
                  <a:pt x="5378" y="1630"/>
                </a:lnTo>
                <a:lnTo>
                  <a:pt x="5719" y="1484"/>
                </a:lnTo>
                <a:lnTo>
                  <a:pt x="6084" y="1363"/>
                </a:lnTo>
                <a:lnTo>
                  <a:pt x="6814" y="1144"/>
                </a:lnTo>
                <a:lnTo>
                  <a:pt x="7544" y="949"/>
                </a:lnTo>
                <a:lnTo>
                  <a:pt x="8298" y="779"/>
                </a:lnTo>
                <a:lnTo>
                  <a:pt x="8323" y="803"/>
                </a:lnTo>
                <a:lnTo>
                  <a:pt x="8736" y="803"/>
                </a:lnTo>
                <a:lnTo>
                  <a:pt x="9685" y="779"/>
                </a:lnTo>
                <a:lnTo>
                  <a:pt x="10245" y="754"/>
                </a:lnTo>
                <a:close/>
                <a:moveTo>
                  <a:pt x="9588" y="0"/>
                </a:moveTo>
                <a:lnTo>
                  <a:pt x="9174" y="24"/>
                </a:lnTo>
                <a:lnTo>
                  <a:pt x="8761" y="122"/>
                </a:lnTo>
                <a:lnTo>
                  <a:pt x="7958" y="292"/>
                </a:lnTo>
                <a:lnTo>
                  <a:pt x="6984" y="511"/>
                </a:lnTo>
                <a:lnTo>
                  <a:pt x="6498" y="657"/>
                </a:lnTo>
                <a:lnTo>
                  <a:pt x="6035" y="779"/>
                </a:lnTo>
                <a:lnTo>
                  <a:pt x="5573" y="949"/>
                </a:lnTo>
                <a:lnTo>
                  <a:pt x="5135" y="1119"/>
                </a:lnTo>
                <a:lnTo>
                  <a:pt x="4721" y="1314"/>
                </a:lnTo>
                <a:lnTo>
                  <a:pt x="4332" y="1557"/>
                </a:lnTo>
                <a:lnTo>
                  <a:pt x="3943" y="1801"/>
                </a:lnTo>
                <a:lnTo>
                  <a:pt x="3578" y="2093"/>
                </a:lnTo>
                <a:lnTo>
                  <a:pt x="3213" y="2385"/>
                </a:lnTo>
                <a:lnTo>
                  <a:pt x="2872" y="2725"/>
                </a:lnTo>
                <a:lnTo>
                  <a:pt x="2580" y="3042"/>
                </a:lnTo>
                <a:lnTo>
                  <a:pt x="2288" y="3358"/>
                </a:lnTo>
                <a:lnTo>
                  <a:pt x="2021" y="3699"/>
                </a:lnTo>
                <a:lnTo>
                  <a:pt x="1777" y="4064"/>
                </a:lnTo>
                <a:lnTo>
                  <a:pt x="1534" y="4429"/>
                </a:lnTo>
                <a:lnTo>
                  <a:pt x="1315" y="4794"/>
                </a:lnTo>
                <a:lnTo>
                  <a:pt x="1120" y="5159"/>
                </a:lnTo>
                <a:lnTo>
                  <a:pt x="926" y="5548"/>
                </a:lnTo>
                <a:lnTo>
                  <a:pt x="780" y="5961"/>
                </a:lnTo>
                <a:lnTo>
                  <a:pt x="609" y="6351"/>
                </a:lnTo>
                <a:lnTo>
                  <a:pt x="488" y="6764"/>
                </a:lnTo>
                <a:lnTo>
                  <a:pt x="366" y="7178"/>
                </a:lnTo>
                <a:lnTo>
                  <a:pt x="269" y="7616"/>
                </a:lnTo>
                <a:lnTo>
                  <a:pt x="196" y="8030"/>
                </a:lnTo>
                <a:lnTo>
                  <a:pt x="123" y="8468"/>
                </a:lnTo>
                <a:lnTo>
                  <a:pt x="74" y="8906"/>
                </a:lnTo>
                <a:lnTo>
                  <a:pt x="25" y="9344"/>
                </a:lnTo>
                <a:lnTo>
                  <a:pt x="1" y="9782"/>
                </a:lnTo>
                <a:lnTo>
                  <a:pt x="25" y="10220"/>
                </a:lnTo>
                <a:lnTo>
                  <a:pt x="50" y="10633"/>
                </a:lnTo>
                <a:lnTo>
                  <a:pt x="98" y="11071"/>
                </a:lnTo>
                <a:lnTo>
                  <a:pt x="171" y="11485"/>
                </a:lnTo>
                <a:lnTo>
                  <a:pt x="244" y="11899"/>
                </a:lnTo>
                <a:lnTo>
                  <a:pt x="366" y="12288"/>
                </a:lnTo>
                <a:lnTo>
                  <a:pt x="488" y="12677"/>
                </a:lnTo>
                <a:lnTo>
                  <a:pt x="634" y="13067"/>
                </a:lnTo>
                <a:lnTo>
                  <a:pt x="804" y="13456"/>
                </a:lnTo>
                <a:lnTo>
                  <a:pt x="974" y="13821"/>
                </a:lnTo>
                <a:lnTo>
                  <a:pt x="1169" y="14186"/>
                </a:lnTo>
                <a:lnTo>
                  <a:pt x="1388" y="14526"/>
                </a:lnTo>
                <a:lnTo>
                  <a:pt x="1607" y="14891"/>
                </a:lnTo>
                <a:lnTo>
                  <a:pt x="1850" y="15208"/>
                </a:lnTo>
                <a:lnTo>
                  <a:pt x="2118" y="15548"/>
                </a:lnTo>
                <a:lnTo>
                  <a:pt x="2386" y="15840"/>
                </a:lnTo>
                <a:lnTo>
                  <a:pt x="2653" y="16157"/>
                </a:lnTo>
                <a:lnTo>
                  <a:pt x="2945" y="16449"/>
                </a:lnTo>
                <a:lnTo>
                  <a:pt x="3261" y="16741"/>
                </a:lnTo>
                <a:lnTo>
                  <a:pt x="3578" y="17008"/>
                </a:lnTo>
                <a:lnTo>
                  <a:pt x="3918" y="17252"/>
                </a:lnTo>
                <a:lnTo>
                  <a:pt x="4259" y="17495"/>
                </a:lnTo>
                <a:lnTo>
                  <a:pt x="4600" y="17738"/>
                </a:lnTo>
                <a:lnTo>
                  <a:pt x="4965" y="17957"/>
                </a:lnTo>
                <a:lnTo>
                  <a:pt x="5330" y="18176"/>
                </a:lnTo>
                <a:lnTo>
                  <a:pt x="5719" y="18371"/>
                </a:lnTo>
                <a:lnTo>
                  <a:pt x="6108" y="18541"/>
                </a:lnTo>
                <a:lnTo>
                  <a:pt x="6498" y="18712"/>
                </a:lnTo>
                <a:lnTo>
                  <a:pt x="6911" y="18858"/>
                </a:lnTo>
                <a:lnTo>
                  <a:pt x="7301" y="19004"/>
                </a:lnTo>
                <a:lnTo>
                  <a:pt x="7860" y="19150"/>
                </a:lnTo>
                <a:lnTo>
                  <a:pt x="8420" y="19271"/>
                </a:lnTo>
                <a:lnTo>
                  <a:pt x="8712" y="19320"/>
                </a:lnTo>
                <a:lnTo>
                  <a:pt x="8980" y="19344"/>
                </a:lnTo>
                <a:lnTo>
                  <a:pt x="9272" y="19344"/>
                </a:lnTo>
                <a:lnTo>
                  <a:pt x="9564" y="19320"/>
                </a:lnTo>
                <a:lnTo>
                  <a:pt x="9637" y="19344"/>
                </a:lnTo>
                <a:lnTo>
                  <a:pt x="10050" y="19296"/>
                </a:lnTo>
                <a:lnTo>
                  <a:pt x="10440" y="19223"/>
                </a:lnTo>
                <a:lnTo>
                  <a:pt x="11267" y="19028"/>
                </a:lnTo>
                <a:lnTo>
                  <a:pt x="12240" y="18809"/>
                </a:lnTo>
                <a:lnTo>
                  <a:pt x="12702" y="18687"/>
                </a:lnTo>
                <a:lnTo>
                  <a:pt x="13189" y="18566"/>
                </a:lnTo>
                <a:lnTo>
                  <a:pt x="13627" y="18395"/>
                </a:lnTo>
                <a:lnTo>
                  <a:pt x="14065" y="18225"/>
                </a:lnTo>
                <a:lnTo>
                  <a:pt x="14479" y="18006"/>
                </a:lnTo>
                <a:lnTo>
                  <a:pt x="14868" y="17787"/>
                </a:lnTo>
                <a:lnTo>
                  <a:pt x="15257" y="17519"/>
                </a:lnTo>
                <a:lnTo>
                  <a:pt x="15622" y="17252"/>
                </a:lnTo>
                <a:lnTo>
                  <a:pt x="15987" y="16960"/>
                </a:lnTo>
                <a:lnTo>
                  <a:pt x="16328" y="16619"/>
                </a:lnTo>
                <a:lnTo>
                  <a:pt x="16425" y="16522"/>
                </a:lnTo>
                <a:lnTo>
                  <a:pt x="16450" y="16522"/>
                </a:lnTo>
                <a:lnTo>
                  <a:pt x="16474" y="16473"/>
                </a:lnTo>
                <a:lnTo>
                  <a:pt x="16498" y="16449"/>
                </a:lnTo>
                <a:lnTo>
                  <a:pt x="16985" y="15913"/>
                </a:lnTo>
                <a:lnTo>
                  <a:pt x="17399" y="15354"/>
                </a:lnTo>
                <a:lnTo>
                  <a:pt x="17788" y="14745"/>
                </a:lnTo>
                <a:lnTo>
                  <a:pt x="18104" y="14137"/>
                </a:lnTo>
                <a:lnTo>
                  <a:pt x="18396" y="13505"/>
                </a:lnTo>
                <a:lnTo>
                  <a:pt x="18640" y="12823"/>
                </a:lnTo>
                <a:lnTo>
                  <a:pt x="18834" y="12166"/>
                </a:lnTo>
                <a:lnTo>
                  <a:pt x="19004" y="11461"/>
                </a:lnTo>
                <a:lnTo>
                  <a:pt x="19029" y="11412"/>
                </a:lnTo>
                <a:lnTo>
                  <a:pt x="19053" y="11339"/>
                </a:lnTo>
                <a:lnTo>
                  <a:pt x="19053" y="11290"/>
                </a:lnTo>
                <a:lnTo>
                  <a:pt x="19029" y="11217"/>
                </a:lnTo>
                <a:lnTo>
                  <a:pt x="19150" y="10439"/>
                </a:lnTo>
                <a:lnTo>
                  <a:pt x="19199" y="9903"/>
                </a:lnTo>
                <a:lnTo>
                  <a:pt x="19199" y="9344"/>
                </a:lnTo>
                <a:lnTo>
                  <a:pt x="19175" y="8833"/>
                </a:lnTo>
                <a:lnTo>
                  <a:pt x="19126" y="8297"/>
                </a:lnTo>
                <a:lnTo>
                  <a:pt x="19150" y="8224"/>
                </a:lnTo>
                <a:lnTo>
                  <a:pt x="19150" y="8151"/>
                </a:lnTo>
                <a:lnTo>
                  <a:pt x="19126" y="8078"/>
                </a:lnTo>
                <a:lnTo>
                  <a:pt x="19077" y="8005"/>
                </a:lnTo>
                <a:lnTo>
                  <a:pt x="19004" y="7616"/>
                </a:lnTo>
                <a:lnTo>
                  <a:pt x="18907" y="7227"/>
                </a:lnTo>
                <a:lnTo>
                  <a:pt x="18785" y="6862"/>
                </a:lnTo>
                <a:lnTo>
                  <a:pt x="18664" y="6472"/>
                </a:lnTo>
                <a:lnTo>
                  <a:pt x="18518" y="6107"/>
                </a:lnTo>
                <a:lnTo>
                  <a:pt x="18348" y="5767"/>
                </a:lnTo>
                <a:lnTo>
                  <a:pt x="18177" y="5402"/>
                </a:lnTo>
                <a:lnTo>
                  <a:pt x="17983" y="5061"/>
                </a:lnTo>
                <a:lnTo>
                  <a:pt x="17764" y="4721"/>
                </a:lnTo>
                <a:lnTo>
                  <a:pt x="17545" y="4404"/>
                </a:lnTo>
                <a:lnTo>
                  <a:pt x="17326" y="4088"/>
                </a:lnTo>
                <a:lnTo>
                  <a:pt x="17082" y="3772"/>
                </a:lnTo>
                <a:lnTo>
                  <a:pt x="16815" y="3480"/>
                </a:lnTo>
                <a:lnTo>
                  <a:pt x="16547" y="3188"/>
                </a:lnTo>
                <a:lnTo>
                  <a:pt x="16255" y="2896"/>
                </a:lnTo>
                <a:lnTo>
                  <a:pt x="15963" y="2628"/>
                </a:lnTo>
                <a:lnTo>
                  <a:pt x="16036" y="2579"/>
                </a:lnTo>
                <a:lnTo>
                  <a:pt x="16060" y="2555"/>
                </a:lnTo>
                <a:lnTo>
                  <a:pt x="16085" y="2506"/>
                </a:lnTo>
                <a:lnTo>
                  <a:pt x="16060" y="2433"/>
                </a:lnTo>
                <a:lnTo>
                  <a:pt x="16012" y="2360"/>
                </a:lnTo>
                <a:lnTo>
                  <a:pt x="15939" y="2336"/>
                </a:lnTo>
                <a:lnTo>
                  <a:pt x="15793" y="2336"/>
                </a:lnTo>
                <a:lnTo>
                  <a:pt x="15647" y="2360"/>
                </a:lnTo>
                <a:lnTo>
                  <a:pt x="15209" y="2020"/>
                </a:lnTo>
                <a:lnTo>
                  <a:pt x="15257" y="1947"/>
                </a:lnTo>
                <a:lnTo>
                  <a:pt x="15282" y="1898"/>
                </a:lnTo>
                <a:lnTo>
                  <a:pt x="15282" y="1849"/>
                </a:lnTo>
                <a:lnTo>
                  <a:pt x="15257" y="1825"/>
                </a:lnTo>
                <a:lnTo>
                  <a:pt x="15160" y="1776"/>
                </a:lnTo>
                <a:lnTo>
                  <a:pt x="15063" y="1752"/>
                </a:lnTo>
                <a:lnTo>
                  <a:pt x="14844" y="1752"/>
                </a:lnTo>
                <a:lnTo>
                  <a:pt x="14162" y="1338"/>
                </a:lnTo>
                <a:lnTo>
                  <a:pt x="13432" y="949"/>
                </a:lnTo>
                <a:lnTo>
                  <a:pt x="13067" y="779"/>
                </a:lnTo>
                <a:lnTo>
                  <a:pt x="12678" y="608"/>
                </a:lnTo>
                <a:lnTo>
                  <a:pt x="12289" y="462"/>
                </a:lnTo>
                <a:lnTo>
                  <a:pt x="11899" y="341"/>
                </a:lnTo>
                <a:lnTo>
                  <a:pt x="11364" y="170"/>
                </a:lnTo>
                <a:lnTo>
                  <a:pt x="10780" y="73"/>
                </a:lnTo>
                <a:lnTo>
                  <a:pt x="10513" y="24"/>
                </a:lnTo>
                <a:lnTo>
                  <a:pt x="10221" y="0"/>
                </a:lnTo>
                <a:lnTo>
                  <a:pt x="9929" y="0"/>
                </a:lnTo>
                <a:lnTo>
                  <a:pt x="9637" y="24"/>
                </a:lnTo>
                <a:lnTo>
                  <a:pt x="958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D9EEB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6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Your Market</a:t>
            </a:r>
            <a:endParaRPr/>
          </a:p>
        </p:txBody>
      </p:sp>
      <p:sp>
        <p:nvSpPr>
          <p:cNvPr id="563" name="Google Shape;563;p16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564" name="Google Shape;56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319" y="1234825"/>
            <a:ext cx="2743199" cy="1860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5297" y="1204950"/>
            <a:ext cx="2743199" cy="192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3319" y="3247713"/>
            <a:ext cx="2743201" cy="189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38839" y="3247713"/>
            <a:ext cx="2743201" cy="1913382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16"/>
          <p:cNvSpPr/>
          <p:nvPr/>
        </p:nvSpPr>
        <p:spPr>
          <a:xfrm>
            <a:off x="3698657" y="558330"/>
            <a:ext cx="419616" cy="422785"/>
          </a:xfrm>
          <a:custGeom>
            <a:avLst/>
            <a:gdLst/>
            <a:ahLst/>
            <a:cxnLst/>
            <a:rect l="l" t="t" r="r" b="b"/>
            <a:pathLst>
              <a:path w="19200" h="19345" extrusionOk="0">
                <a:moveTo>
                  <a:pt x="15987" y="3382"/>
                </a:moveTo>
                <a:lnTo>
                  <a:pt x="16133" y="3528"/>
                </a:lnTo>
                <a:lnTo>
                  <a:pt x="15914" y="3577"/>
                </a:lnTo>
                <a:lnTo>
                  <a:pt x="15720" y="3601"/>
                </a:lnTo>
                <a:lnTo>
                  <a:pt x="15306" y="3626"/>
                </a:lnTo>
                <a:lnTo>
                  <a:pt x="15379" y="3601"/>
                </a:lnTo>
                <a:lnTo>
                  <a:pt x="15695" y="3504"/>
                </a:lnTo>
                <a:lnTo>
                  <a:pt x="15987" y="3382"/>
                </a:lnTo>
                <a:close/>
                <a:moveTo>
                  <a:pt x="10707" y="2628"/>
                </a:moveTo>
                <a:lnTo>
                  <a:pt x="10804" y="2652"/>
                </a:lnTo>
                <a:lnTo>
                  <a:pt x="10877" y="2677"/>
                </a:lnTo>
                <a:lnTo>
                  <a:pt x="10902" y="2701"/>
                </a:lnTo>
                <a:lnTo>
                  <a:pt x="10926" y="2750"/>
                </a:lnTo>
                <a:lnTo>
                  <a:pt x="10950" y="2798"/>
                </a:lnTo>
                <a:lnTo>
                  <a:pt x="10926" y="2847"/>
                </a:lnTo>
                <a:lnTo>
                  <a:pt x="10877" y="2969"/>
                </a:lnTo>
                <a:lnTo>
                  <a:pt x="10804" y="3090"/>
                </a:lnTo>
                <a:lnTo>
                  <a:pt x="10707" y="3188"/>
                </a:lnTo>
                <a:lnTo>
                  <a:pt x="10537" y="3358"/>
                </a:lnTo>
                <a:lnTo>
                  <a:pt x="10172" y="3650"/>
                </a:lnTo>
                <a:lnTo>
                  <a:pt x="9758" y="3893"/>
                </a:lnTo>
                <a:lnTo>
                  <a:pt x="9320" y="4112"/>
                </a:lnTo>
                <a:lnTo>
                  <a:pt x="8882" y="4258"/>
                </a:lnTo>
                <a:lnTo>
                  <a:pt x="8785" y="4283"/>
                </a:lnTo>
                <a:lnTo>
                  <a:pt x="8736" y="4258"/>
                </a:lnTo>
                <a:lnTo>
                  <a:pt x="8688" y="4210"/>
                </a:lnTo>
                <a:lnTo>
                  <a:pt x="8688" y="4161"/>
                </a:lnTo>
                <a:lnTo>
                  <a:pt x="8688" y="4015"/>
                </a:lnTo>
                <a:lnTo>
                  <a:pt x="8712" y="3869"/>
                </a:lnTo>
                <a:lnTo>
                  <a:pt x="8712" y="3577"/>
                </a:lnTo>
                <a:lnTo>
                  <a:pt x="8688" y="3285"/>
                </a:lnTo>
                <a:lnTo>
                  <a:pt x="8663" y="3236"/>
                </a:lnTo>
                <a:lnTo>
                  <a:pt x="8615" y="3212"/>
                </a:lnTo>
                <a:lnTo>
                  <a:pt x="8517" y="3163"/>
                </a:lnTo>
                <a:lnTo>
                  <a:pt x="8396" y="3139"/>
                </a:lnTo>
                <a:lnTo>
                  <a:pt x="8250" y="3090"/>
                </a:lnTo>
                <a:lnTo>
                  <a:pt x="8128" y="3017"/>
                </a:lnTo>
                <a:lnTo>
                  <a:pt x="8079" y="2944"/>
                </a:lnTo>
                <a:lnTo>
                  <a:pt x="8031" y="2896"/>
                </a:lnTo>
                <a:lnTo>
                  <a:pt x="8590" y="2774"/>
                </a:lnTo>
                <a:lnTo>
                  <a:pt x="8858" y="2725"/>
                </a:lnTo>
                <a:lnTo>
                  <a:pt x="9150" y="2677"/>
                </a:lnTo>
                <a:lnTo>
                  <a:pt x="9369" y="2652"/>
                </a:lnTo>
                <a:lnTo>
                  <a:pt x="10002" y="2652"/>
                </a:lnTo>
                <a:lnTo>
                  <a:pt x="10367" y="2628"/>
                </a:lnTo>
                <a:close/>
                <a:moveTo>
                  <a:pt x="10440" y="2360"/>
                </a:moveTo>
                <a:lnTo>
                  <a:pt x="10172" y="2385"/>
                </a:lnTo>
                <a:lnTo>
                  <a:pt x="9223" y="2385"/>
                </a:lnTo>
                <a:lnTo>
                  <a:pt x="8809" y="2433"/>
                </a:lnTo>
                <a:lnTo>
                  <a:pt x="8420" y="2482"/>
                </a:lnTo>
                <a:lnTo>
                  <a:pt x="8006" y="2579"/>
                </a:lnTo>
                <a:lnTo>
                  <a:pt x="7982" y="2579"/>
                </a:lnTo>
                <a:lnTo>
                  <a:pt x="7885" y="2604"/>
                </a:lnTo>
                <a:lnTo>
                  <a:pt x="7812" y="2652"/>
                </a:lnTo>
                <a:lnTo>
                  <a:pt x="7763" y="2701"/>
                </a:lnTo>
                <a:lnTo>
                  <a:pt x="7739" y="2774"/>
                </a:lnTo>
                <a:lnTo>
                  <a:pt x="7714" y="2847"/>
                </a:lnTo>
                <a:lnTo>
                  <a:pt x="7739" y="2944"/>
                </a:lnTo>
                <a:lnTo>
                  <a:pt x="7763" y="3017"/>
                </a:lnTo>
                <a:lnTo>
                  <a:pt x="7812" y="3115"/>
                </a:lnTo>
                <a:lnTo>
                  <a:pt x="7860" y="3188"/>
                </a:lnTo>
                <a:lnTo>
                  <a:pt x="8006" y="3334"/>
                </a:lnTo>
                <a:lnTo>
                  <a:pt x="8177" y="3431"/>
                </a:lnTo>
                <a:lnTo>
                  <a:pt x="8347" y="3480"/>
                </a:lnTo>
                <a:lnTo>
                  <a:pt x="8347" y="3845"/>
                </a:lnTo>
                <a:lnTo>
                  <a:pt x="8323" y="4015"/>
                </a:lnTo>
                <a:lnTo>
                  <a:pt x="8347" y="4210"/>
                </a:lnTo>
                <a:lnTo>
                  <a:pt x="8371" y="4356"/>
                </a:lnTo>
                <a:lnTo>
                  <a:pt x="8396" y="4429"/>
                </a:lnTo>
                <a:lnTo>
                  <a:pt x="8444" y="4502"/>
                </a:lnTo>
                <a:lnTo>
                  <a:pt x="8493" y="4550"/>
                </a:lnTo>
                <a:lnTo>
                  <a:pt x="8566" y="4575"/>
                </a:lnTo>
                <a:lnTo>
                  <a:pt x="8639" y="4599"/>
                </a:lnTo>
                <a:lnTo>
                  <a:pt x="8736" y="4623"/>
                </a:lnTo>
                <a:lnTo>
                  <a:pt x="8882" y="4623"/>
                </a:lnTo>
                <a:lnTo>
                  <a:pt x="9004" y="4599"/>
                </a:lnTo>
                <a:lnTo>
                  <a:pt x="9272" y="4502"/>
                </a:lnTo>
                <a:lnTo>
                  <a:pt x="9515" y="4380"/>
                </a:lnTo>
                <a:lnTo>
                  <a:pt x="9758" y="4234"/>
                </a:lnTo>
                <a:lnTo>
                  <a:pt x="10075" y="4064"/>
                </a:lnTo>
                <a:lnTo>
                  <a:pt x="10367" y="3869"/>
                </a:lnTo>
                <a:lnTo>
                  <a:pt x="10659" y="3650"/>
                </a:lnTo>
                <a:lnTo>
                  <a:pt x="10950" y="3431"/>
                </a:lnTo>
                <a:lnTo>
                  <a:pt x="11072" y="3261"/>
                </a:lnTo>
                <a:lnTo>
                  <a:pt x="11169" y="3090"/>
                </a:lnTo>
                <a:lnTo>
                  <a:pt x="11242" y="2920"/>
                </a:lnTo>
                <a:lnTo>
                  <a:pt x="11242" y="2774"/>
                </a:lnTo>
                <a:lnTo>
                  <a:pt x="11194" y="2628"/>
                </a:lnTo>
                <a:lnTo>
                  <a:pt x="11145" y="2579"/>
                </a:lnTo>
                <a:lnTo>
                  <a:pt x="11096" y="2506"/>
                </a:lnTo>
                <a:lnTo>
                  <a:pt x="10926" y="2433"/>
                </a:lnTo>
                <a:lnTo>
                  <a:pt x="10707" y="2385"/>
                </a:lnTo>
                <a:lnTo>
                  <a:pt x="10440" y="2360"/>
                </a:lnTo>
                <a:close/>
                <a:moveTo>
                  <a:pt x="11486" y="5037"/>
                </a:moveTo>
                <a:lnTo>
                  <a:pt x="11510" y="5061"/>
                </a:lnTo>
                <a:lnTo>
                  <a:pt x="11607" y="5134"/>
                </a:lnTo>
                <a:lnTo>
                  <a:pt x="11656" y="5232"/>
                </a:lnTo>
                <a:lnTo>
                  <a:pt x="11656" y="5329"/>
                </a:lnTo>
                <a:lnTo>
                  <a:pt x="11607" y="5426"/>
                </a:lnTo>
                <a:lnTo>
                  <a:pt x="11559" y="5499"/>
                </a:lnTo>
                <a:lnTo>
                  <a:pt x="11486" y="5548"/>
                </a:lnTo>
                <a:lnTo>
                  <a:pt x="11413" y="5572"/>
                </a:lnTo>
                <a:lnTo>
                  <a:pt x="11340" y="5572"/>
                </a:lnTo>
                <a:lnTo>
                  <a:pt x="11413" y="5280"/>
                </a:lnTo>
                <a:lnTo>
                  <a:pt x="11437" y="5159"/>
                </a:lnTo>
                <a:lnTo>
                  <a:pt x="11486" y="5037"/>
                </a:lnTo>
                <a:close/>
                <a:moveTo>
                  <a:pt x="11486" y="4672"/>
                </a:moveTo>
                <a:lnTo>
                  <a:pt x="11364" y="4721"/>
                </a:lnTo>
                <a:lnTo>
                  <a:pt x="11242" y="4818"/>
                </a:lnTo>
                <a:lnTo>
                  <a:pt x="11145" y="4940"/>
                </a:lnTo>
                <a:lnTo>
                  <a:pt x="11096" y="5086"/>
                </a:lnTo>
                <a:lnTo>
                  <a:pt x="11048" y="5256"/>
                </a:lnTo>
                <a:lnTo>
                  <a:pt x="11023" y="5426"/>
                </a:lnTo>
                <a:lnTo>
                  <a:pt x="10975" y="5499"/>
                </a:lnTo>
                <a:lnTo>
                  <a:pt x="10926" y="5572"/>
                </a:lnTo>
                <a:lnTo>
                  <a:pt x="10902" y="5645"/>
                </a:lnTo>
                <a:lnTo>
                  <a:pt x="10877" y="5742"/>
                </a:lnTo>
                <a:lnTo>
                  <a:pt x="10902" y="5815"/>
                </a:lnTo>
                <a:lnTo>
                  <a:pt x="10975" y="5864"/>
                </a:lnTo>
                <a:lnTo>
                  <a:pt x="11121" y="5937"/>
                </a:lnTo>
                <a:lnTo>
                  <a:pt x="11242" y="5961"/>
                </a:lnTo>
                <a:lnTo>
                  <a:pt x="11388" y="5961"/>
                </a:lnTo>
                <a:lnTo>
                  <a:pt x="11510" y="5937"/>
                </a:lnTo>
                <a:lnTo>
                  <a:pt x="11632" y="5913"/>
                </a:lnTo>
                <a:lnTo>
                  <a:pt x="11753" y="5840"/>
                </a:lnTo>
                <a:lnTo>
                  <a:pt x="11875" y="5742"/>
                </a:lnTo>
                <a:lnTo>
                  <a:pt x="11948" y="5621"/>
                </a:lnTo>
                <a:lnTo>
                  <a:pt x="12021" y="5499"/>
                </a:lnTo>
                <a:lnTo>
                  <a:pt x="12070" y="5378"/>
                </a:lnTo>
                <a:lnTo>
                  <a:pt x="12070" y="5256"/>
                </a:lnTo>
                <a:lnTo>
                  <a:pt x="12045" y="5110"/>
                </a:lnTo>
                <a:lnTo>
                  <a:pt x="11997" y="5013"/>
                </a:lnTo>
                <a:lnTo>
                  <a:pt x="11924" y="4891"/>
                </a:lnTo>
                <a:lnTo>
                  <a:pt x="11851" y="4794"/>
                </a:lnTo>
                <a:lnTo>
                  <a:pt x="11729" y="4721"/>
                </a:lnTo>
                <a:lnTo>
                  <a:pt x="11656" y="4696"/>
                </a:lnTo>
                <a:lnTo>
                  <a:pt x="11607" y="4696"/>
                </a:lnTo>
                <a:lnTo>
                  <a:pt x="11559" y="4672"/>
                </a:lnTo>
                <a:close/>
                <a:moveTo>
                  <a:pt x="14479" y="3991"/>
                </a:moveTo>
                <a:lnTo>
                  <a:pt x="15063" y="4064"/>
                </a:lnTo>
                <a:lnTo>
                  <a:pt x="15574" y="4064"/>
                </a:lnTo>
                <a:lnTo>
                  <a:pt x="15184" y="4234"/>
                </a:lnTo>
                <a:lnTo>
                  <a:pt x="14260" y="4599"/>
                </a:lnTo>
                <a:lnTo>
                  <a:pt x="13797" y="4818"/>
                </a:lnTo>
                <a:lnTo>
                  <a:pt x="13578" y="4940"/>
                </a:lnTo>
                <a:lnTo>
                  <a:pt x="13384" y="5061"/>
                </a:lnTo>
                <a:lnTo>
                  <a:pt x="13359" y="5086"/>
                </a:lnTo>
                <a:lnTo>
                  <a:pt x="13359" y="5134"/>
                </a:lnTo>
                <a:lnTo>
                  <a:pt x="13384" y="5159"/>
                </a:lnTo>
                <a:lnTo>
                  <a:pt x="13627" y="5159"/>
                </a:lnTo>
                <a:lnTo>
                  <a:pt x="13870" y="5110"/>
                </a:lnTo>
                <a:lnTo>
                  <a:pt x="14089" y="5061"/>
                </a:lnTo>
                <a:lnTo>
                  <a:pt x="14308" y="4988"/>
                </a:lnTo>
                <a:lnTo>
                  <a:pt x="14746" y="4818"/>
                </a:lnTo>
                <a:lnTo>
                  <a:pt x="15184" y="4648"/>
                </a:lnTo>
                <a:lnTo>
                  <a:pt x="16109" y="4283"/>
                </a:lnTo>
                <a:lnTo>
                  <a:pt x="16377" y="4185"/>
                </a:lnTo>
                <a:lnTo>
                  <a:pt x="16644" y="4088"/>
                </a:lnTo>
                <a:lnTo>
                  <a:pt x="17034" y="4623"/>
                </a:lnTo>
                <a:lnTo>
                  <a:pt x="16790" y="4696"/>
                </a:lnTo>
                <a:lnTo>
                  <a:pt x="16255" y="4842"/>
                </a:lnTo>
                <a:lnTo>
                  <a:pt x="15720" y="4964"/>
                </a:lnTo>
                <a:lnTo>
                  <a:pt x="15282" y="5061"/>
                </a:lnTo>
                <a:lnTo>
                  <a:pt x="15014" y="5110"/>
                </a:lnTo>
                <a:lnTo>
                  <a:pt x="14771" y="5207"/>
                </a:lnTo>
                <a:lnTo>
                  <a:pt x="14552" y="5305"/>
                </a:lnTo>
                <a:lnTo>
                  <a:pt x="14333" y="5426"/>
                </a:lnTo>
                <a:lnTo>
                  <a:pt x="14162" y="5572"/>
                </a:lnTo>
                <a:lnTo>
                  <a:pt x="14114" y="5669"/>
                </a:lnTo>
                <a:lnTo>
                  <a:pt x="14041" y="5767"/>
                </a:lnTo>
                <a:lnTo>
                  <a:pt x="14065" y="5815"/>
                </a:lnTo>
                <a:lnTo>
                  <a:pt x="14065" y="5840"/>
                </a:lnTo>
                <a:lnTo>
                  <a:pt x="14114" y="5840"/>
                </a:lnTo>
                <a:lnTo>
                  <a:pt x="14552" y="5694"/>
                </a:lnTo>
                <a:lnTo>
                  <a:pt x="15014" y="5572"/>
                </a:lnTo>
                <a:lnTo>
                  <a:pt x="15476" y="5426"/>
                </a:lnTo>
                <a:lnTo>
                  <a:pt x="15939" y="5329"/>
                </a:lnTo>
                <a:lnTo>
                  <a:pt x="16596" y="5232"/>
                </a:lnTo>
                <a:lnTo>
                  <a:pt x="16985" y="5134"/>
                </a:lnTo>
                <a:lnTo>
                  <a:pt x="17155" y="5086"/>
                </a:lnTo>
                <a:lnTo>
                  <a:pt x="17301" y="5013"/>
                </a:lnTo>
                <a:lnTo>
                  <a:pt x="17569" y="5451"/>
                </a:lnTo>
                <a:lnTo>
                  <a:pt x="14284" y="6740"/>
                </a:lnTo>
                <a:lnTo>
                  <a:pt x="14162" y="6667"/>
                </a:lnTo>
                <a:lnTo>
                  <a:pt x="13992" y="6594"/>
                </a:lnTo>
                <a:lnTo>
                  <a:pt x="13700" y="6399"/>
                </a:lnTo>
                <a:lnTo>
                  <a:pt x="13530" y="6302"/>
                </a:lnTo>
                <a:lnTo>
                  <a:pt x="13384" y="6253"/>
                </a:lnTo>
                <a:lnTo>
                  <a:pt x="13213" y="6253"/>
                </a:lnTo>
                <a:lnTo>
                  <a:pt x="13043" y="6278"/>
                </a:lnTo>
                <a:lnTo>
                  <a:pt x="12921" y="6351"/>
                </a:lnTo>
                <a:lnTo>
                  <a:pt x="12800" y="6424"/>
                </a:lnTo>
                <a:lnTo>
                  <a:pt x="12581" y="6594"/>
                </a:lnTo>
                <a:lnTo>
                  <a:pt x="12386" y="6789"/>
                </a:lnTo>
                <a:lnTo>
                  <a:pt x="12167" y="6983"/>
                </a:lnTo>
                <a:lnTo>
                  <a:pt x="11972" y="7081"/>
                </a:lnTo>
                <a:lnTo>
                  <a:pt x="11875" y="7129"/>
                </a:lnTo>
                <a:lnTo>
                  <a:pt x="11778" y="7154"/>
                </a:lnTo>
                <a:lnTo>
                  <a:pt x="11680" y="7154"/>
                </a:lnTo>
                <a:lnTo>
                  <a:pt x="11583" y="7129"/>
                </a:lnTo>
                <a:lnTo>
                  <a:pt x="11486" y="7105"/>
                </a:lnTo>
                <a:lnTo>
                  <a:pt x="11364" y="7056"/>
                </a:lnTo>
                <a:lnTo>
                  <a:pt x="11291" y="7008"/>
                </a:lnTo>
                <a:lnTo>
                  <a:pt x="11291" y="6935"/>
                </a:lnTo>
                <a:lnTo>
                  <a:pt x="11291" y="6886"/>
                </a:lnTo>
                <a:lnTo>
                  <a:pt x="11340" y="6837"/>
                </a:lnTo>
                <a:lnTo>
                  <a:pt x="11461" y="6740"/>
                </a:lnTo>
                <a:lnTo>
                  <a:pt x="11583" y="6691"/>
                </a:lnTo>
                <a:lnTo>
                  <a:pt x="11753" y="6618"/>
                </a:lnTo>
                <a:lnTo>
                  <a:pt x="11899" y="6545"/>
                </a:lnTo>
                <a:lnTo>
                  <a:pt x="12240" y="6424"/>
                </a:lnTo>
                <a:lnTo>
                  <a:pt x="12313" y="6375"/>
                </a:lnTo>
                <a:lnTo>
                  <a:pt x="12362" y="6326"/>
                </a:lnTo>
                <a:lnTo>
                  <a:pt x="12362" y="6278"/>
                </a:lnTo>
                <a:lnTo>
                  <a:pt x="12362" y="6205"/>
                </a:lnTo>
                <a:lnTo>
                  <a:pt x="12337" y="6059"/>
                </a:lnTo>
                <a:lnTo>
                  <a:pt x="12337" y="6010"/>
                </a:lnTo>
                <a:lnTo>
                  <a:pt x="12362" y="5937"/>
                </a:lnTo>
                <a:lnTo>
                  <a:pt x="12435" y="5840"/>
                </a:lnTo>
                <a:lnTo>
                  <a:pt x="12508" y="5742"/>
                </a:lnTo>
                <a:lnTo>
                  <a:pt x="12702" y="5597"/>
                </a:lnTo>
                <a:lnTo>
                  <a:pt x="12897" y="5426"/>
                </a:lnTo>
                <a:lnTo>
                  <a:pt x="12970" y="5329"/>
                </a:lnTo>
                <a:lnTo>
                  <a:pt x="13043" y="5207"/>
                </a:lnTo>
                <a:lnTo>
                  <a:pt x="13043" y="5134"/>
                </a:lnTo>
                <a:lnTo>
                  <a:pt x="13067" y="5061"/>
                </a:lnTo>
                <a:lnTo>
                  <a:pt x="13043" y="4915"/>
                </a:lnTo>
                <a:lnTo>
                  <a:pt x="13019" y="4769"/>
                </a:lnTo>
                <a:lnTo>
                  <a:pt x="13043" y="4623"/>
                </a:lnTo>
                <a:lnTo>
                  <a:pt x="13067" y="4526"/>
                </a:lnTo>
                <a:lnTo>
                  <a:pt x="13140" y="4429"/>
                </a:lnTo>
                <a:lnTo>
                  <a:pt x="13457" y="4380"/>
                </a:lnTo>
                <a:lnTo>
                  <a:pt x="13773" y="4283"/>
                </a:lnTo>
                <a:lnTo>
                  <a:pt x="14089" y="4161"/>
                </a:lnTo>
                <a:lnTo>
                  <a:pt x="14406" y="4039"/>
                </a:lnTo>
                <a:lnTo>
                  <a:pt x="14479" y="3991"/>
                </a:lnTo>
                <a:close/>
                <a:moveTo>
                  <a:pt x="17739" y="5767"/>
                </a:moveTo>
                <a:lnTo>
                  <a:pt x="18007" y="6326"/>
                </a:lnTo>
                <a:lnTo>
                  <a:pt x="17739" y="6399"/>
                </a:lnTo>
                <a:lnTo>
                  <a:pt x="17496" y="6497"/>
                </a:lnTo>
                <a:lnTo>
                  <a:pt x="17034" y="6691"/>
                </a:lnTo>
                <a:lnTo>
                  <a:pt x="16255" y="6983"/>
                </a:lnTo>
                <a:lnTo>
                  <a:pt x="15452" y="7251"/>
                </a:lnTo>
                <a:lnTo>
                  <a:pt x="15330" y="7154"/>
                </a:lnTo>
                <a:lnTo>
                  <a:pt x="15160" y="7056"/>
                </a:lnTo>
                <a:lnTo>
                  <a:pt x="14941" y="6959"/>
                </a:lnTo>
                <a:lnTo>
                  <a:pt x="14698" y="6862"/>
                </a:lnTo>
                <a:lnTo>
                  <a:pt x="15063" y="6789"/>
                </a:lnTo>
                <a:lnTo>
                  <a:pt x="15428" y="6691"/>
                </a:lnTo>
                <a:lnTo>
                  <a:pt x="16133" y="6448"/>
                </a:lnTo>
                <a:lnTo>
                  <a:pt x="16596" y="6253"/>
                </a:lnTo>
                <a:lnTo>
                  <a:pt x="17082" y="6059"/>
                </a:lnTo>
                <a:lnTo>
                  <a:pt x="17545" y="5864"/>
                </a:lnTo>
                <a:lnTo>
                  <a:pt x="17739" y="5767"/>
                </a:lnTo>
                <a:close/>
                <a:moveTo>
                  <a:pt x="13311" y="6618"/>
                </a:moveTo>
                <a:lnTo>
                  <a:pt x="13408" y="6643"/>
                </a:lnTo>
                <a:lnTo>
                  <a:pt x="13627" y="6716"/>
                </a:lnTo>
                <a:lnTo>
                  <a:pt x="13822" y="6813"/>
                </a:lnTo>
                <a:lnTo>
                  <a:pt x="14016" y="6935"/>
                </a:lnTo>
                <a:lnTo>
                  <a:pt x="14235" y="7032"/>
                </a:lnTo>
                <a:lnTo>
                  <a:pt x="14430" y="7105"/>
                </a:lnTo>
                <a:lnTo>
                  <a:pt x="14965" y="7275"/>
                </a:lnTo>
                <a:lnTo>
                  <a:pt x="15136" y="7373"/>
                </a:lnTo>
                <a:lnTo>
                  <a:pt x="15038" y="7397"/>
                </a:lnTo>
                <a:lnTo>
                  <a:pt x="15014" y="7421"/>
                </a:lnTo>
                <a:lnTo>
                  <a:pt x="15014" y="7446"/>
                </a:lnTo>
                <a:lnTo>
                  <a:pt x="15014" y="7470"/>
                </a:lnTo>
                <a:lnTo>
                  <a:pt x="15038" y="7494"/>
                </a:lnTo>
                <a:lnTo>
                  <a:pt x="15257" y="7543"/>
                </a:lnTo>
                <a:lnTo>
                  <a:pt x="15160" y="7616"/>
                </a:lnTo>
                <a:lnTo>
                  <a:pt x="15014" y="7665"/>
                </a:lnTo>
                <a:lnTo>
                  <a:pt x="14819" y="7713"/>
                </a:lnTo>
                <a:lnTo>
                  <a:pt x="14625" y="7689"/>
                </a:lnTo>
                <a:lnTo>
                  <a:pt x="14406" y="7665"/>
                </a:lnTo>
                <a:lnTo>
                  <a:pt x="14016" y="7567"/>
                </a:lnTo>
                <a:lnTo>
                  <a:pt x="13627" y="7446"/>
                </a:lnTo>
                <a:lnTo>
                  <a:pt x="13238" y="7324"/>
                </a:lnTo>
                <a:lnTo>
                  <a:pt x="12994" y="7251"/>
                </a:lnTo>
                <a:lnTo>
                  <a:pt x="12727" y="7202"/>
                </a:lnTo>
                <a:lnTo>
                  <a:pt x="12459" y="7178"/>
                </a:lnTo>
                <a:lnTo>
                  <a:pt x="12191" y="7178"/>
                </a:lnTo>
                <a:lnTo>
                  <a:pt x="12532" y="7032"/>
                </a:lnTo>
                <a:lnTo>
                  <a:pt x="12702" y="6910"/>
                </a:lnTo>
                <a:lnTo>
                  <a:pt x="12824" y="6789"/>
                </a:lnTo>
                <a:lnTo>
                  <a:pt x="12921" y="6716"/>
                </a:lnTo>
                <a:lnTo>
                  <a:pt x="13019" y="6667"/>
                </a:lnTo>
                <a:lnTo>
                  <a:pt x="13116" y="6643"/>
                </a:lnTo>
                <a:lnTo>
                  <a:pt x="13213" y="6618"/>
                </a:lnTo>
                <a:close/>
                <a:moveTo>
                  <a:pt x="18323" y="7227"/>
                </a:moveTo>
                <a:lnTo>
                  <a:pt x="18445" y="7665"/>
                </a:lnTo>
                <a:lnTo>
                  <a:pt x="18518" y="8103"/>
                </a:lnTo>
                <a:lnTo>
                  <a:pt x="18056" y="8224"/>
                </a:lnTo>
                <a:lnTo>
                  <a:pt x="17885" y="8127"/>
                </a:lnTo>
                <a:lnTo>
                  <a:pt x="17715" y="8005"/>
                </a:lnTo>
                <a:lnTo>
                  <a:pt x="17399" y="7762"/>
                </a:lnTo>
                <a:lnTo>
                  <a:pt x="17666" y="7665"/>
                </a:lnTo>
                <a:lnTo>
                  <a:pt x="17910" y="7543"/>
                </a:lnTo>
                <a:lnTo>
                  <a:pt x="18153" y="7397"/>
                </a:lnTo>
                <a:lnTo>
                  <a:pt x="18226" y="7324"/>
                </a:lnTo>
                <a:lnTo>
                  <a:pt x="18323" y="7227"/>
                </a:lnTo>
                <a:close/>
                <a:moveTo>
                  <a:pt x="17155" y="8030"/>
                </a:moveTo>
                <a:lnTo>
                  <a:pt x="17326" y="8103"/>
                </a:lnTo>
                <a:lnTo>
                  <a:pt x="17520" y="8273"/>
                </a:lnTo>
                <a:lnTo>
                  <a:pt x="17545" y="8297"/>
                </a:lnTo>
                <a:lnTo>
                  <a:pt x="17326" y="8200"/>
                </a:lnTo>
                <a:lnTo>
                  <a:pt x="17228" y="8151"/>
                </a:lnTo>
                <a:lnTo>
                  <a:pt x="17131" y="8078"/>
                </a:lnTo>
                <a:lnTo>
                  <a:pt x="17082" y="8054"/>
                </a:lnTo>
                <a:lnTo>
                  <a:pt x="17082" y="8030"/>
                </a:lnTo>
                <a:close/>
                <a:moveTo>
                  <a:pt x="16790" y="7981"/>
                </a:moveTo>
                <a:lnTo>
                  <a:pt x="16790" y="8054"/>
                </a:lnTo>
                <a:lnTo>
                  <a:pt x="16790" y="8151"/>
                </a:lnTo>
                <a:lnTo>
                  <a:pt x="16815" y="8224"/>
                </a:lnTo>
                <a:lnTo>
                  <a:pt x="16863" y="8273"/>
                </a:lnTo>
                <a:lnTo>
                  <a:pt x="16961" y="8395"/>
                </a:lnTo>
                <a:lnTo>
                  <a:pt x="17131" y="8468"/>
                </a:lnTo>
                <a:lnTo>
                  <a:pt x="17155" y="8492"/>
                </a:lnTo>
                <a:lnTo>
                  <a:pt x="16839" y="8589"/>
                </a:lnTo>
                <a:lnTo>
                  <a:pt x="16328" y="8711"/>
                </a:lnTo>
                <a:lnTo>
                  <a:pt x="16206" y="8468"/>
                </a:lnTo>
                <a:lnTo>
                  <a:pt x="16109" y="8224"/>
                </a:lnTo>
                <a:lnTo>
                  <a:pt x="16450" y="8103"/>
                </a:lnTo>
                <a:lnTo>
                  <a:pt x="16790" y="7981"/>
                </a:lnTo>
                <a:close/>
                <a:moveTo>
                  <a:pt x="15695" y="8322"/>
                </a:moveTo>
                <a:lnTo>
                  <a:pt x="15744" y="8370"/>
                </a:lnTo>
                <a:lnTo>
                  <a:pt x="15793" y="8443"/>
                </a:lnTo>
                <a:lnTo>
                  <a:pt x="15890" y="8614"/>
                </a:lnTo>
                <a:lnTo>
                  <a:pt x="15939" y="8784"/>
                </a:lnTo>
                <a:lnTo>
                  <a:pt x="15744" y="8833"/>
                </a:lnTo>
                <a:lnTo>
                  <a:pt x="15671" y="8662"/>
                </a:lnTo>
                <a:lnTo>
                  <a:pt x="15598" y="8468"/>
                </a:lnTo>
                <a:lnTo>
                  <a:pt x="15574" y="8395"/>
                </a:lnTo>
                <a:lnTo>
                  <a:pt x="15574" y="8346"/>
                </a:lnTo>
                <a:lnTo>
                  <a:pt x="15695" y="8322"/>
                </a:lnTo>
                <a:close/>
                <a:moveTo>
                  <a:pt x="17520" y="8784"/>
                </a:moveTo>
                <a:lnTo>
                  <a:pt x="17520" y="8906"/>
                </a:lnTo>
                <a:lnTo>
                  <a:pt x="17472" y="8979"/>
                </a:lnTo>
                <a:lnTo>
                  <a:pt x="17423" y="9052"/>
                </a:lnTo>
                <a:lnTo>
                  <a:pt x="17326" y="9100"/>
                </a:lnTo>
                <a:lnTo>
                  <a:pt x="17228" y="9125"/>
                </a:lnTo>
                <a:lnTo>
                  <a:pt x="17009" y="9149"/>
                </a:lnTo>
                <a:lnTo>
                  <a:pt x="16839" y="9125"/>
                </a:lnTo>
                <a:lnTo>
                  <a:pt x="16693" y="9076"/>
                </a:lnTo>
                <a:lnTo>
                  <a:pt x="16571" y="9027"/>
                </a:lnTo>
                <a:lnTo>
                  <a:pt x="16766" y="8979"/>
                </a:lnTo>
                <a:lnTo>
                  <a:pt x="17520" y="8784"/>
                </a:lnTo>
                <a:close/>
                <a:moveTo>
                  <a:pt x="18591" y="8614"/>
                </a:moveTo>
                <a:lnTo>
                  <a:pt x="18640" y="9027"/>
                </a:lnTo>
                <a:lnTo>
                  <a:pt x="18615" y="9027"/>
                </a:lnTo>
                <a:lnTo>
                  <a:pt x="18396" y="9052"/>
                </a:lnTo>
                <a:lnTo>
                  <a:pt x="18153" y="9076"/>
                </a:lnTo>
                <a:lnTo>
                  <a:pt x="17715" y="9198"/>
                </a:lnTo>
                <a:lnTo>
                  <a:pt x="17764" y="9100"/>
                </a:lnTo>
                <a:lnTo>
                  <a:pt x="17812" y="8979"/>
                </a:lnTo>
                <a:lnTo>
                  <a:pt x="17837" y="8857"/>
                </a:lnTo>
                <a:lnTo>
                  <a:pt x="17812" y="8711"/>
                </a:lnTo>
                <a:lnTo>
                  <a:pt x="18202" y="8614"/>
                </a:lnTo>
                <a:close/>
                <a:moveTo>
                  <a:pt x="16133" y="9125"/>
                </a:moveTo>
                <a:lnTo>
                  <a:pt x="16231" y="9222"/>
                </a:lnTo>
                <a:lnTo>
                  <a:pt x="16352" y="9319"/>
                </a:lnTo>
                <a:lnTo>
                  <a:pt x="16498" y="9392"/>
                </a:lnTo>
                <a:lnTo>
                  <a:pt x="16644" y="9465"/>
                </a:lnTo>
                <a:lnTo>
                  <a:pt x="16839" y="9490"/>
                </a:lnTo>
                <a:lnTo>
                  <a:pt x="16596" y="9587"/>
                </a:lnTo>
                <a:lnTo>
                  <a:pt x="16596" y="9611"/>
                </a:lnTo>
                <a:lnTo>
                  <a:pt x="16352" y="9490"/>
                </a:lnTo>
                <a:lnTo>
                  <a:pt x="16158" y="9344"/>
                </a:lnTo>
                <a:lnTo>
                  <a:pt x="15963" y="9149"/>
                </a:lnTo>
                <a:lnTo>
                  <a:pt x="16133" y="9125"/>
                </a:lnTo>
                <a:close/>
                <a:moveTo>
                  <a:pt x="18640" y="9368"/>
                </a:moveTo>
                <a:lnTo>
                  <a:pt x="18640" y="10001"/>
                </a:lnTo>
                <a:lnTo>
                  <a:pt x="18591" y="10025"/>
                </a:lnTo>
                <a:lnTo>
                  <a:pt x="18275" y="10122"/>
                </a:lnTo>
                <a:lnTo>
                  <a:pt x="17983" y="10244"/>
                </a:lnTo>
                <a:lnTo>
                  <a:pt x="17569" y="10366"/>
                </a:lnTo>
                <a:lnTo>
                  <a:pt x="17155" y="10463"/>
                </a:lnTo>
                <a:lnTo>
                  <a:pt x="17180" y="10317"/>
                </a:lnTo>
                <a:lnTo>
                  <a:pt x="17155" y="10147"/>
                </a:lnTo>
                <a:lnTo>
                  <a:pt x="17107" y="10001"/>
                </a:lnTo>
                <a:lnTo>
                  <a:pt x="17009" y="9903"/>
                </a:lnTo>
                <a:lnTo>
                  <a:pt x="18640" y="9368"/>
                </a:lnTo>
                <a:close/>
                <a:moveTo>
                  <a:pt x="18591" y="10487"/>
                </a:moveTo>
                <a:lnTo>
                  <a:pt x="18494" y="11169"/>
                </a:lnTo>
                <a:lnTo>
                  <a:pt x="18469" y="11169"/>
                </a:lnTo>
                <a:lnTo>
                  <a:pt x="18177" y="11217"/>
                </a:lnTo>
                <a:lnTo>
                  <a:pt x="17885" y="11315"/>
                </a:lnTo>
                <a:lnTo>
                  <a:pt x="17301" y="11534"/>
                </a:lnTo>
                <a:lnTo>
                  <a:pt x="16839" y="11680"/>
                </a:lnTo>
                <a:lnTo>
                  <a:pt x="16377" y="11826"/>
                </a:lnTo>
                <a:lnTo>
                  <a:pt x="16401" y="11728"/>
                </a:lnTo>
                <a:lnTo>
                  <a:pt x="16425" y="11607"/>
                </a:lnTo>
                <a:lnTo>
                  <a:pt x="16523" y="11412"/>
                </a:lnTo>
                <a:lnTo>
                  <a:pt x="16644" y="11217"/>
                </a:lnTo>
                <a:lnTo>
                  <a:pt x="16766" y="11071"/>
                </a:lnTo>
                <a:lnTo>
                  <a:pt x="16839" y="10974"/>
                </a:lnTo>
                <a:lnTo>
                  <a:pt x="16936" y="10950"/>
                </a:lnTo>
                <a:lnTo>
                  <a:pt x="17593" y="10804"/>
                </a:lnTo>
                <a:lnTo>
                  <a:pt x="18250" y="10609"/>
                </a:lnTo>
                <a:lnTo>
                  <a:pt x="18421" y="10560"/>
                </a:lnTo>
                <a:lnTo>
                  <a:pt x="18591" y="10487"/>
                </a:lnTo>
                <a:close/>
                <a:moveTo>
                  <a:pt x="18396" y="11607"/>
                </a:moveTo>
                <a:lnTo>
                  <a:pt x="18299" y="11972"/>
                </a:lnTo>
                <a:lnTo>
                  <a:pt x="18202" y="12361"/>
                </a:lnTo>
                <a:lnTo>
                  <a:pt x="18007" y="12337"/>
                </a:lnTo>
                <a:lnTo>
                  <a:pt x="17788" y="12337"/>
                </a:lnTo>
                <a:lnTo>
                  <a:pt x="17739" y="12239"/>
                </a:lnTo>
                <a:lnTo>
                  <a:pt x="17666" y="12166"/>
                </a:lnTo>
                <a:lnTo>
                  <a:pt x="17618" y="12142"/>
                </a:lnTo>
                <a:lnTo>
                  <a:pt x="17472" y="12142"/>
                </a:lnTo>
                <a:lnTo>
                  <a:pt x="17399" y="12191"/>
                </a:lnTo>
                <a:lnTo>
                  <a:pt x="17350" y="12215"/>
                </a:lnTo>
                <a:lnTo>
                  <a:pt x="17180" y="12337"/>
                </a:lnTo>
                <a:lnTo>
                  <a:pt x="17058" y="12458"/>
                </a:lnTo>
                <a:lnTo>
                  <a:pt x="16961" y="12580"/>
                </a:lnTo>
                <a:lnTo>
                  <a:pt x="16742" y="12653"/>
                </a:lnTo>
                <a:lnTo>
                  <a:pt x="16425" y="12799"/>
                </a:lnTo>
                <a:lnTo>
                  <a:pt x="16425" y="12702"/>
                </a:lnTo>
                <a:lnTo>
                  <a:pt x="16401" y="12239"/>
                </a:lnTo>
                <a:lnTo>
                  <a:pt x="16961" y="12069"/>
                </a:lnTo>
                <a:lnTo>
                  <a:pt x="17569" y="11850"/>
                </a:lnTo>
                <a:lnTo>
                  <a:pt x="18202" y="11655"/>
                </a:lnTo>
                <a:lnTo>
                  <a:pt x="18396" y="11607"/>
                </a:lnTo>
                <a:close/>
                <a:moveTo>
                  <a:pt x="18056" y="12799"/>
                </a:moveTo>
                <a:lnTo>
                  <a:pt x="17861" y="13261"/>
                </a:lnTo>
                <a:lnTo>
                  <a:pt x="17666" y="13286"/>
                </a:lnTo>
                <a:lnTo>
                  <a:pt x="17739" y="13067"/>
                </a:lnTo>
                <a:lnTo>
                  <a:pt x="17812" y="12823"/>
                </a:lnTo>
                <a:lnTo>
                  <a:pt x="18056" y="12799"/>
                </a:lnTo>
                <a:close/>
                <a:moveTo>
                  <a:pt x="17423" y="12921"/>
                </a:moveTo>
                <a:lnTo>
                  <a:pt x="17350" y="13115"/>
                </a:lnTo>
                <a:lnTo>
                  <a:pt x="17301" y="13213"/>
                </a:lnTo>
                <a:lnTo>
                  <a:pt x="17228" y="13310"/>
                </a:lnTo>
                <a:lnTo>
                  <a:pt x="17204" y="13334"/>
                </a:lnTo>
                <a:lnTo>
                  <a:pt x="17204" y="13310"/>
                </a:lnTo>
                <a:lnTo>
                  <a:pt x="17131" y="13237"/>
                </a:lnTo>
                <a:lnTo>
                  <a:pt x="17107" y="13164"/>
                </a:lnTo>
                <a:lnTo>
                  <a:pt x="17107" y="13091"/>
                </a:lnTo>
                <a:lnTo>
                  <a:pt x="17107" y="13018"/>
                </a:lnTo>
                <a:lnTo>
                  <a:pt x="17423" y="12921"/>
                </a:lnTo>
                <a:close/>
                <a:moveTo>
                  <a:pt x="16790" y="13140"/>
                </a:moveTo>
                <a:lnTo>
                  <a:pt x="16815" y="13237"/>
                </a:lnTo>
                <a:lnTo>
                  <a:pt x="16839" y="13359"/>
                </a:lnTo>
                <a:lnTo>
                  <a:pt x="16888" y="13456"/>
                </a:lnTo>
                <a:lnTo>
                  <a:pt x="16961" y="13553"/>
                </a:lnTo>
                <a:lnTo>
                  <a:pt x="16498" y="13772"/>
                </a:lnTo>
                <a:lnTo>
                  <a:pt x="16206" y="13918"/>
                </a:lnTo>
                <a:lnTo>
                  <a:pt x="15890" y="14040"/>
                </a:lnTo>
                <a:lnTo>
                  <a:pt x="15257" y="14210"/>
                </a:lnTo>
                <a:lnTo>
                  <a:pt x="15257" y="14210"/>
                </a:lnTo>
                <a:lnTo>
                  <a:pt x="15428" y="13967"/>
                </a:lnTo>
                <a:lnTo>
                  <a:pt x="15598" y="13748"/>
                </a:lnTo>
                <a:lnTo>
                  <a:pt x="15841" y="13553"/>
                </a:lnTo>
                <a:lnTo>
                  <a:pt x="16377" y="13286"/>
                </a:lnTo>
                <a:lnTo>
                  <a:pt x="16790" y="13140"/>
                </a:lnTo>
                <a:close/>
                <a:moveTo>
                  <a:pt x="18153" y="6740"/>
                </a:moveTo>
                <a:lnTo>
                  <a:pt x="18250" y="6983"/>
                </a:lnTo>
                <a:lnTo>
                  <a:pt x="18056" y="7008"/>
                </a:lnTo>
                <a:lnTo>
                  <a:pt x="17885" y="7056"/>
                </a:lnTo>
                <a:lnTo>
                  <a:pt x="17520" y="7227"/>
                </a:lnTo>
                <a:lnTo>
                  <a:pt x="17155" y="7397"/>
                </a:lnTo>
                <a:lnTo>
                  <a:pt x="16839" y="7543"/>
                </a:lnTo>
                <a:lnTo>
                  <a:pt x="16328" y="7713"/>
                </a:lnTo>
                <a:lnTo>
                  <a:pt x="16085" y="7811"/>
                </a:lnTo>
                <a:lnTo>
                  <a:pt x="15817" y="7908"/>
                </a:lnTo>
                <a:lnTo>
                  <a:pt x="15695" y="7859"/>
                </a:lnTo>
                <a:lnTo>
                  <a:pt x="15549" y="7835"/>
                </a:lnTo>
                <a:lnTo>
                  <a:pt x="15403" y="7859"/>
                </a:lnTo>
                <a:lnTo>
                  <a:pt x="15355" y="7908"/>
                </a:lnTo>
                <a:lnTo>
                  <a:pt x="15282" y="7932"/>
                </a:lnTo>
                <a:lnTo>
                  <a:pt x="15233" y="8030"/>
                </a:lnTo>
                <a:lnTo>
                  <a:pt x="15184" y="8151"/>
                </a:lnTo>
                <a:lnTo>
                  <a:pt x="15184" y="8273"/>
                </a:lnTo>
                <a:lnTo>
                  <a:pt x="15184" y="8395"/>
                </a:lnTo>
                <a:lnTo>
                  <a:pt x="15257" y="8638"/>
                </a:lnTo>
                <a:lnTo>
                  <a:pt x="15330" y="8857"/>
                </a:lnTo>
                <a:lnTo>
                  <a:pt x="15379" y="8930"/>
                </a:lnTo>
                <a:lnTo>
                  <a:pt x="15160" y="9003"/>
                </a:lnTo>
                <a:lnTo>
                  <a:pt x="14941" y="9100"/>
                </a:lnTo>
                <a:lnTo>
                  <a:pt x="14917" y="9125"/>
                </a:lnTo>
                <a:lnTo>
                  <a:pt x="14917" y="9149"/>
                </a:lnTo>
                <a:lnTo>
                  <a:pt x="14917" y="9173"/>
                </a:lnTo>
                <a:lnTo>
                  <a:pt x="14941" y="9198"/>
                </a:lnTo>
                <a:lnTo>
                  <a:pt x="15257" y="9222"/>
                </a:lnTo>
                <a:lnTo>
                  <a:pt x="15549" y="9222"/>
                </a:lnTo>
                <a:lnTo>
                  <a:pt x="15671" y="9368"/>
                </a:lnTo>
                <a:lnTo>
                  <a:pt x="15817" y="9514"/>
                </a:lnTo>
                <a:lnTo>
                  <a:pt x="15963" y="9660"/>
                </a:lnTo>
                <a:lnTo>
                  <a:pt x="16133" y="9782"/>
                </a:lnTo>
                <a:lnTo>
                  <a:pt x="15379" y="10074"/>
                </a:lnTo>
                <a:lnTo>
                  <a:pt x="15038" y="10244"/>
                </a:lnTo>
                <a:lnTo>
                  <a:pt x="14673" y="10439"/>
                </a:lnTo>
                <a:lnTo>
                  <a:pt x="14649" y="10487"/>
                </a:lnTo>
                <a:lnTo>
                  <a:pt x="14649" y="10536"/>
                </a:lnTo>
                <a:lnTo>
                  <a:pt x="14673" y="10585"/>
                </a:lnTo>
                <a:lnTo>
                  <a:pt x="14722" y="10585"/>
                </a:lnTo>
                <a:lnTo>
                  <a:pt x="14965" y="10560"/>
                </a:lnTo>
                <a:lnTo>
                  <a:pt x="15184" y="10536"/>
                </a:lnTo>
                <a:lnTo>
                  <a:pt x="15647" y="10390"/>
                </a:lnTo>
                <a:lnTo>
                  <a:pt x="16109" y="10244"/>
                </a:lnTo>
                <a:lnTo>
                  <a:pt x="16547" y="10074"/>
                </a:lnTo>
                <a:lnTo>
                  <a:pt x="16571" y="10049"/>
                </a:lnTo>
                <a:lnTo>
                  <a:pt x="16693" y="10171"/>
                </a:lnTo>
                <a:lnTo>
                  <a:pt x="16717" y="10220"/>
                </a:lnTo>
                <a:lnTo>
                  <a:pt x="16742" y="10293"/>
                </a:lnTo>
                <a:lnTo>
                  <a:pt x="16742" y="10366"/>
                </a:lnTo>
                <a:lnTo>
                  <a:pt x="16742" y="10439"/>
                </a:lnTo>
                <a:lnTo>
                  <a:pt x="16669" y="10585"/>
                </a:lnTo>
                <a:lnTo>
                  <a:pt x="16158" y="10706"/>
                </a:lnTo>
                <a:lnTo>
                  <a:pt x="15598" y="10804"/>
                </a:lnTo>
                <a:lnTo>
                  <a:pt x="15355" y="10877"/>
                </a:lnTo>
                <a:lnTo>
                  <a:pt x="15087" y="10974"/>
                </a:lnTo>
                <a:lnTo>
                  <a:pt x="14844" y="11096"/>
                </a:lnTo>
                <a:lnTo>
                  <a:pt x="14625" y="11217"/>
                </a:lnTo>
                <a:lnTo>
                  <a:pt x="14600" y="11266"/>
                </a:lnTo>
                <a:lnTo>
                  <a:pt x="14600" y="11315"/>
                </a:lnTo>
                <a:lnTo>
                  <a:pt x="14625" y="11363"/>
                </a:lnTo>
                <a:lnTo>
                  <a:pt x="14673" y="11363"/>
                </a:lnTo>
                <a:lnTo>
                  <a:pt x="15087" y="11339"/>
                </a:lnTo>
                <a:lnTo>
                  <a:pt x="15476" y="11266"/>
                </a:lnTo>
                <a:lnTo>
                  <a:pt x="16279" y="11096"/>
                </a:lnTo>
                <a:lnTo>
                  <a:pt x="16231" y="11193"/>
                </a:lnTo>
                <a:lnTo>
                  <a:pt x="16133" y="11388"/>
                </a:lnTo>
                <a:lnTo>
                  <a:pt x="16060" y="11558"/>
                </a:lnTo>
                <a:lnTo>
                  <a:pt x="16036" y="11728"/>
                </a:lnTo>
                <a:lnTo>
                  <a:pt x="16012" y="11923"/>
                </a:lnTo>
                <a:lnTo>
                  <a:pt x="15379" y="12069"/>
                </a:lnTo>
                <a:lnTo>
                  <a:pt x="15087" y="12142"/>
                </a:lnTo>
                <a:lnTo>
                  <a:pt x="14795" y="12264"/>
                </a:lnTo>
                <a:lnTo>
                  <a:pt x="14771" y="12288"/>
                </a:lnTo>
                <a:lnTo>
                  <a:pt x="14771" y="12312"/>
                </a:lnTo>
                <a:lnTo>
                  <a:pt x="14771" y="12337"/>
                </a:lnTo>
                <a:lnTo>
                  <a:pt x="14795" y="12361"/>
                </a:lnTo>
                <a:lnTo>
                  <a:pt x="14941" y="12410"/>
                </a:lnTo>
                <a:lnTo>
                  <a:pt x="15087" y="12434"/>
                </a:lnTo>
                <a:lnTo>
                  <a:pt x="15403" y="12434"/>
                </a:lnTo>
                <a:lnTo>
                  <a:pt x="15720" y="12410"/>
                </a:lnTo>
                <a:lnTo>
                  <a:pt x="16036" y="12337"/>
                </a:lnTo>
                <a:lnTo>
                  <a:pt x="16036" y="12556"/>
                </a:lnTo>
                <a:lnTo>
                  <a:pt x="16036" y="12702"/>
                </a:lnTo>
                <a:lnTo>
                  <a:pt x="16012" y="12823"/>
                </a:lnTo>
                <a:lnTo>
                  <a:pt x="15987" y="12945"/>
                </a:lnTo>
                <a:lnTo>
                  <a:pt x="15914" y="13018"/>
                </a:lnTo>
                <a:lnTo>
                  <a:pt x="15647" y="13164"/>
                </a:lnTo>
                <a:lnTo>
                  <a:pt x="15355" y="13261"/>
                </a:lnTo>
                <a:lnTo>
                  <a:pt x="15063" y="13383"/>
                </a:lnTo>
                <a:lnTo>
                  <a:pt x="14771" y="13505"/>
                </a:lnTo>
                <a:lnTo>
                  <a:pt x="14479" y="13651"/>
                </a:lnTo>
                <a:lnTo>
                  <a:pt x="14454" y="13699"/>
                </a:lnTo>
                <a:lnTo>
                  <a:pt x="14454" y="13723"/>
                </a:lnTo>
                <a:lnTo>
                  <a:pt x="14454" y="13772"/>
                </a:lnTo>
                <a:lnTo>
                  <a:pt x="14503" y="13796"/>
                </a:lnTo>
                <a:lnTo>
                  <a:pt x="14649" y="13821"/>
                </a:lnTo>
                <a:lnTo>
                  <a:pt x="14795" y="13845"/>
                </a:lnTo>
                <a:lnTo>
                  <a:pt x="14941" y="13821"/>
                </a:lnTo>
                <a:lnTo>
                  <a:pt x="15087" y="13821"/>
                </a:lnTo>
                <a:lnTo>
                  <a:pt x="14917" y="14040"/>
                </a:lnTo>
                <a:lnTo>
                  <a:pt x="14649" y="14332"/>
                </a:lnTo>
                <a:lnTo>
                  <a:pt x="14552" y="14405"/>
                </a:lnTo>
                <a:lnTo>
                  <a:pt x="14454" y="14429"/>
                </a:lnTo>
                <a:lnTo>
                  <a:pt x="14357" y="14429"/>
                </a:lnTo>
                <a:lnTo>
                  <a:pt x="14260" y="14380"/>
                </a:lnTo>
                <a:lnTo>
                  <a:pt x="14187" y="14332"/>
                </a:lnTo>
                <a:lnTo>
                  <a:pt x="14114" y="14259"/>
                </a:lnTo>
                <a:lnTo>
                  <a:pt x="13968" y="14088"/>
                </a:lnTo>
                <a:lnTo>
                  <a:pt x="13870" y="13967"/>
                </a:lnTo>
                <a:lnTo>
                  <a:pt x="13822" y="13821"/>
                </a:lnTo>
                <a:lnTo>
                  <a:pt x="13700" y="13553"/>
                </a:lnTo>
                <a:lnTo>
                  <a:pt x="13651" y="13261"/>
                </a:lnTo>
                <a:lnTo>
                  <a:pt x="13627" y="12969"/>
                </a:lnTo>
                <a:lnTo>
                  <a:pt x="13627" y="12653"/>
                </a:lnTo>
                <a:lnTo>
                  <a:pt x="13603" y="12361"/>
                </a:lnTo>
                <a:lnTo>
                  <a:pt x="13578" y="12215"/>
                </a:lnTo>
                <a:lnTo>
                  <a:pt x="13554" y="12069"/>
                </a:lnTo>
                <a:lnTo>
                  <a:pt x="13481" y="11947"/>
                </a:lnTo>
                <a:lnTo>
                  <a:pt x="13384" y="11801"/>
                </a:lnTo>
                <a:lnTo>
                  <a:pt x="13262" y="11631"/>
                </a:lnTo>
                <a:lnTo>
                  <a:pt x="13165" y="11461"/>
                </a:lnTo>
                <a:lnTo>
                  <a:pt x="13067" y="11266"/>
                </a:lnTo>
                <a:lnTo>
                  <a:pt x="13019" y="11047"/>
                </a:lnTo>
                <a:lnTo>
                  <a:pt x="12970" y="10901"/>
                </a:lnTo>
                <a:lnTo>
                  <a:pt x="12921" y="10755"/>
                </a:lnTo>
                <a:lnTo>
                  <a:pt x="12824" y="10633"/>
                </a:lnTo>
                <a:lnTo>
                  <a:pt x="12727" y="10512"/>
                </a:lnTo>
                <a:lnTo>
                  <a:pt x="12629" y="10439"/>
                </a:lnTo>
                <a:lnTo>
                  <a:pt x="12508" y="10390"/>
                </a:lnTo>
                <a:lnTo>
                  <a:pt x="12410" y="10341"/>
                </a:lnTo>
                <a:lnTo>
                  <a:pt x="12289" y="10317"/>
                </a:lnTo>
                <a:lnTo>
                  <a:pt x="11778" y="10317"/>
                </a:lnTo>
                <a:lnTo>
                  <a:pt x="11534" y="10293"/>
                </a:lnTo>
                <a:lnTo>
                  <a:pt x="11437" y="10268"/>
                </a:lnTo>
                <a:lnTo>
                  <a:pt x="11364" y="10220"/>
                </a:lnTo>
                <a:lnTo>
                  <a:pt x="11267" y="10171"/>
                </a:lnTo>
                <a:lnTo>
                  <a:pt x="11218" y="10122"/>
                </a:lnTo>
                <a:lnTo>
                  <a:pt x="11121" y="9976"/>
                </a:lnTo>
                <a:lnTo>
                  <a:pt x="11048" y="9806"/>
                </a:lnTo>
                <a:lnTo>
                  <a:pt x="11023" y="9611"/>
                </a:lnTo>
                <a:lnTo>
                  <a:pt x="11023" y="9417"/>
                </a:lnTo>
                <a:lnTo>
                  <a:pt x="11023" y="9198"/>
                </a:lnTo>
                <a:lnTo>
                  <a:pt x="11072" y="8906"/>
                </a:lnTo>
                <a:lnTo>
                  <a:pt x="11096" y="8589"/>
                </a:lnTo>
                <a:lnTo>
                  <a:pt x="11169" y="8297"/>
                </a:lnTo>
                <a:lnTo>
                  <a:pt x="11291" y="8030"/>
                </a:lnTo>
                <a:lnTo>
                  <a:pt x="11413" y="7859"/>
                </a:lnTo>
                <a:lnTo>
                  <a:pt x="11583" y="7713"/>
                </a:lnTo>
                <a:lnTo>
                  <a:pt x="11753" y="7616"/>
                </a:lnTo>
                <a:lnTo>
                  <a:pt x="11948" y="7567"/>
                </a:lnTo>
                <a:lnTo>
                  <a:pt x="12167" y="7519"/>
                </a:lnTo>
                <a:lnTo>
                  <a:pt x="12605" y="7519"/>
                </a:lnTo>
                <a:lnTo>
                  <a:pt x="12800" y="7543"/>
                </a:lnTo>
                <a:lnTo>
                  <a:pt x="13092" y="7592"/>
                </a:lnTo>
                <a:lnTo>
                  <a:pt x="13384" y="7689"/>
                </a:lnTo>
                <a:lnTo>
                  <a:pt x="13992" y="7859"/>
                </a:lnTo>
                <a:lnTo>
                  <a:pt x="14284" y="7932"/>
                </a:lnTo>
                <a:lnTo>
                  <a:pt x="14576" y="7957"/>
                </a:lnTo>
                <a:lnTo>
                  <a:pt x="15038" y="7957"/>
                </a:lnTo>
                <a:lnTo>
                  <a:pt x="15184" y="7908"/>
                </a:lnTo>
                <a:lnTo>
                  <a:pt x="15355" y="7835"/>
                </a:lnTo>
                <a:lnTo>
                  <a:pt x="15476" y="7762"/>
                </a:lnTo>
                <a:lnTo>
                  <a:pt x="15549" y="7665"/>
                </a:lnTo>
                <a:lnTo>
                  <a:pt x="15574" y="7543"/>
                </a:lnTo>
                <a:lnTo>
                  <a:pt x="15866" y="7519"/>
                </a:lnTo>
                <a:lnTo>
                  <a:pt x="16158" y="7446"/>
                </a:lnTo>
                <a:lnTo>
                  <a:pt x="16474" y="7348"/>
                </a:lnTo>
                <a:lnTo>
                  <a:pt x="16766" y="7227"/>
                </a:lnTo>
                <a:lnTo>
                  <a:pt x="17764" y="6837"/>
                </a:lnTo>
                <a:lnTo>
                  <a:pt x="18153" y="6740"/>
                </a:lnTo>
                <a:close/>
                <a:moveTo>
                  <a:pt x="6206" y="2725"/>
                </a:moveTo>
                <a:lnTo>
                  <a:pt x="6230" y="2774"/>
                </a:lnTo>
                <a:lnTo>
                  <a:pt x="6230" y="2847"/>
                </a:lnTo>
                <a:lnTo>
                  <a:pt x="6230" y="2944"/>
                </a:lnTo>
                <a:lnTo>
                  <a:pt x="6108" y="3236"/>
                </a:lnTo>
                <a:lnTo>
                  <a:pt x="6060" y="3382"/>
                </a:lnTo>
                <a:lnTo>
                  <a:pt x="6035" y="3528"/>
                </a:lnTo>
                <a:lnTo>
                  <a:pt x="6035" y="3601"/>
                </a:lnTo>
                <a:lnTo>
                  <a:pt x="6035" y="3699"/>
                </a:lnTo>
                <a:lnTo>
                  <a:pt x="6108" y="3845"/>
                </a:lnTo>
                <a:lnTo>
                  <a:pt x="6181" y="4015"/>
                </a:lnTo>
                <a:lnTo>
                  <a:pt x="6254" y="4161"/>
                </a:lnTo>
                <a:lnTo>
                  <a:pt x="6254" y="4210"/>
                </a:lnTo>
                <a:lnTo>
                  <a:pt x="6254" y="4234"/>
                </a:lnTo>
                <a:lnTo>
                  <a:pt x="6230" y="4234"/>
                </a:lnTo>
                <a:lnTo>
                  <a:pt x="6181" y="4258"/>
                </a:lnTo>
                <a:lnTo>
                  <a:pt x="6084" y="4234"/>
                </a:lnTo>
                <a:lnTo>
                  <a:pt x="5962" y="4185"/>
                </a:lnTo>
                <a:lnTo>
                  <a:pt x="5695" y="4064"/>
                </a:lnTo>
                <a:lnTo>
                  <a:pt x="5549" y="3966"/>
                </a:lnTo>
                <a:lnTo>
                  <a:pt x="5330" y="3820"/>
                </a:lnTo>
                <a:lnTo>
                  <a:pt x="5208" y="3772"/>
                </a:lnTo>
                <a:lnTo>
                  <a:pt x="5086" y="3747"/>
                </a:lnTo>
                <a:lnTo>
                  <a:pt x="4989" y="3747"/>
                </a:lnTo>
                <a:lnTo>
                  <a:pt x="4892" y="3772"/>
                </a:lnTo>
                <a:lnTo>
                  <a:pt x="4721" y="3845"/>
                </a:lnTo>
                <a:lnTo>
                  <a:pt x="4332" y="4039"/>
                </a:lnTo>
                <a:lnTo>
                  <a:pt x="3967" y="4210"/>
                </a:lnTo>
                <a:lnTo>
                  <a:pt x="3821" y="4258"/>
                </a:lnTo>
                <a:lnTo>
                  <a:pt x="3724" y="4331"/>
                </a:lnTo>
                <a:lnTo>
                  <a:pt x="3651" y="4429"/>
                </a:lnTo>
                <a:lnTo>
                  <a:pt x="3602" y="4526"/>
                </a:lnTo>
                <a:lnTo>
                  <a:pt x="3578" y="4623"/>
                </a:lnTo>
                <a:lnTo>
                  <a:pt x="3578" y="4721"/>
                </a:lnTo>
                <a:lnTo>
                  <a:pt x="3578" y="4818"/>
                </a:lnTo>
                <a:lnTo>
                  <a:pt x="3602" y="4915"/>
                </a:lnTo>
                <a:lnTo>
                  <a:pt x="3651" y="5013"/>
                </a:lnTo>
                <a:lnTo>
                  <a:pt x="3724" y="5086"/>
                </a:lnTo>
                <a:lnTo>
                  <a:pt x="3797" y="5159"/>
                </a:lnTo>
                <a:lnTo>
                  <a:pt x="3894" y="5232"/>
                </a:lnTo>
                <a:lnTo>
                  <a:pt x="3991" y="5256"/>
                </a:lnTo>
                <a:lnTo>
                  <a:pt x="4113" y="5280"/>
                </a:lnTo>
                <a:lnTo>
                  <a:pt x="4235" y="5280"/>
                </a:lnTo>
                <a:lnTo>
                  <a:pt x="4356" y="5256"/>
                </a:lnTo>
                <a:lnTo>
                  <a:pt x="4551" y="5183"/>
                </a:lnTo>
                <a:lnTo>
                  <a:pt x="4721" y="5086"/>
                </a:lnTo>
                <a:lnTo>
                  <a:pt x="5062" y="4891"/>
                </a:lnTo>
                <a:lnTo>
                  <a:pt x="5232" y="4842"/>
                </a:lnTo>
                <a:lnTo>
                  <a:pt x="5403" y="4818"/>
                </a:lnTo>
                <a:lnTo>
                  <a:pt x="5476" y="4842"/>
                </a:lnTo>
                <a:lnTo>
                  <a:pt x="5573" y="4867"/>
                </a:lnTo>
                <a:lnTo>
                  <a:pt x="5646" y="4915"/>
                </a:lnTo>
                <a:lnTo>
                  <a:pt x="5743" y="4988"/>
                </a:lnTo>
                <a:lnTo>
                  <a:pt x="5865" y="5134"/>
                </a:lnTo>
                <a:lnTo>
                  <a:pt x="5914" y="5256"/>
                </a:lnTo>
                <a:lnTo>
                  <a:pt x="5938" y="5353"/>
                </a:lnTo>
                <a:lnTo>
                  <a:pt x="5889" y="5451"/>
                </a:lnTo>
                <a:lnTo>
                  <a:pt x="5841" y="5524"/>
                </a:lnTo>
                <a:lnTo>
                  <a:pt x="5743" y="5597"/>
                </a:lnTo>
                <a:lnTo>
                  <a:pt x="5500" y="5718"/>
                </a:lnTo>
                <a:lnTo>
                  <a:pt x="5111" y="5888"/>
                </a:lnTo>
                <a:lnTo>
                  <a:pt x="4940" y="5986"/>
                </a:lnTo>
                <a:lnTo>
                  <a:pt x="4746" y="6107"/>
                </a:lnTo>
                <a:lnTo>
                  <a:pt x="4454" y="6351"/>
                </a:lnTo>
                <a:lnTo>
                  <a:pt x="4210" y="6618"/>
                </a:lnTo>
                <a:lnTo>
                  <a:pt x="3699" y="7178"/>
                </a:lnTo>
                <a:lnTo>
                  <a:pt x="3553" y="7324"/>
                </a:lnTo>
                <a:lnTo>
                  <a:pt x="3407" y="7421"/>
                </a:lnTo>
                <a:lnTo>
                  <a:pt x="3261" y="7519"/>
                </a:lnTo>
                <a:lnTo>
                  <a:pt x="3091" y="7592"/>
                </a:lnTo>
                <a:lnTo>
                  <a:pt x="2751" y="7738"/>
                </a:lnTo>
                <a:lnTo>
                  <a:pt x="2410" y="7859"/>
                </a:lnTo>
                <a:lnTo>
                  <a:pt x="2215" y="7957"/>
                </a:lnTo>
                <a:lnTo>
                  <a:pt x="1996" y="8054"/>
                </a:lnTo>
                <a:lnTo>
                  <a:pt x="1777" y="8200"/>
                </a:lnTo>
                <a:lnTo>
                  <a:pt x="1583" y="8370"/>
                </a:lnTo>
                <a:lnTo>
                  <a:pt x="1510" y="8468"/>
                </a:lnTo>
                <a:lnTo>
                  <a:pt x="1437" y="8565"/>
                </a:lnTo>
                <a:lnTo>
                  <a:pt x="1388" y="8687"/>
                </a:lnTo>
                <a:lnTo>
                  <a:pt x="1364" y="8784"/>
                </a:lnTo>
                <a:lnTo>
                  <a:pt x="1364" y="8881"/>
                </a:lnTo>
                <a:lnTo>
                  <a:pt x="1388" y="9003"/>
                </a:lnTo>
                <a:lnTo>
                  <a:pt x="1437" y="9100"/>
                </a:lnTo>
                <a:lnTo>
                  <a:pt x="1534" y="9222"/>
                </a:lnTo>
                <a:lnTo>
                  <a:pt x="1631" y="9295"/>
                </a:lnTo>
                <a:lnTo>
                  <a:pt x="1729" y="9319"/>
                </a:lnTo>
                <a:lnTo>
                  <a:pt x="1972" y="9392"/>
                </a:lnTo>
                <a:lnTo>
                  <a:pt x="2191" y="9441"/>
                </a:lnTo>
                <a:lnTo>
                  <a:pt x="2361" y="9538"/>
                </a:lnTo>
                <a:lnTo>
                  <a:pt x="2532" y="9660"/>
                </a:lnTo>
                <a:lnTo>
                  <a:pt x="2702" y="9830"/>
                </a:lnTo>
                <a:lnTo>
                  <a:pt x="2872" y="9976"/>
                </a:lnTo>
                <a:lnTo>
                  <a:pt x="3067" y="10074"/>
                </a:lnTo>
                <a:lnTo>
                  <a:pt x="3261" y="10147"/>
                </a:lnTo>
                <a:lnTo>
                  <a:pt x="3456" y="10195"/>
                </a:lnTo>
                <a:lnTo>
                  <a:pt x="3894" y="10293"/>
                </a:lnTo>
                <a:lnTo>
                  <a:pt x="4089" y="10317"/>
                </a:lnTo>
                <a:lnTo>
                  <a:pt x="4308" y="10390"/>
                </a:lnTo>
                <a:lnTo>
                  <a:pt x="4770" y="10536"/>
                </a:lnTo>
                <a:lnTo>
                  <a:pt x="5232" y="10755"/>
                </a:lnTo>
                <a:lnTo>
                  <a:pt x="6108" y="11217"/>
                </a:lnTo>
                <a:lnTo>
                  <a:pt x="6327" y="11339"/>
                </a:lnTo>
                <a:lnTo>
                  <a:pt x="6546" y="11485"/>
                </a:lnTo>
                <a:lnTo>
                  <a:pt x="6717" y="11680"/>
                </a:lnTo>
                <a:lnTo>
                  <a:pt x="6790" y="11777"/>
                </a:lnTo>
                <a:lnTo>
                  <a:pt x="6838" y="11899"/>
                </a:lnTo>
                <a:lnTo>
                  <a:pt x="6887" y="12045"/>
                </a:lnTo>
                <a:lnTo>
                  <a:pt x="6887" y="12191"/>
                </a:lnTo>
                <a:lnTo>
                  <a:pt x="6863" y="12337"/>
                </a:lnTo>
                <a:lnTo>
                  <a:pt x="6838" y="12483"/>
                </a:lnTo>
                <a:lnTo>
                  <a:pt x="6741" y="12750"/>
                </a:lnTo>
                <a:lnTo>
                  <a:pt x="6595" y="13018"/>
                </a:lnTo>
                <a:lnTo>
                  <a:pt x="6473" y="13237"/>
                </a:lnTo>
                <a:lnTo>
                  <a:pt x="6327" y="13456"/>
                </a:lnTo>
                <a:lnTo>
                  <a:pt x="6011" y="13869"/>
                </a:lnTo>
                <a:lnTo>
                  <a:pt x="5695" y="14283"/>
                </a:lnTo>
                <a:lnTo>
                  <a:pt x="5403" y="14697"/>
                </a:lnTo>
                <a:lnTo>
                  <a:pt x="5281" y="14891"/>
                </a:lnTo>
                <a:lnTo>
                  <a:pt x="5184" y="15110"/>
                </a:lnTo>
                <a:lnTo>
                  <a:pt x="5111" y="15329"/>
                </a:lnTo>
                <a:lnTo>
                  <a:pt x="5062" y="15548"/>
                </a:lnTo>
                <a:lnTo>
                  <a:pt x="5062" y="15840"/>
                </a:lnTo>
                <a:lnTo>
                  <a:pt x="5038" y="16011"/>
                </a:lnTo>
                <a:lnTo>
                  <a:pt x="5013" y="16157"/>
                </a:lnTo>
                <a:lnTo>
                  <a:pt x="4916" y="15889"/>
                </a:lnTo>
                <a:lnTo>
                  <a:pt x="4819" y="15621"/>
                </a:lnTo>
                <a:lnTo>
                  <a:pt x="4673" y="15062"/>
                </a:lnTo>
                <a:lnTo>
                  <a:pt x="4551" y="14478"/>
                </a:lnTo>
                <a:lnTo>
                  <a:pt x="4405" y="13918"/>
                </a:lnTo>
                <a:lnTo>
                  <a:pt x="4283" y="13578"/>
                </a:lnTo>
                <a:lnTo>
                  <a:pt x="4162" y="13237"/>
                </a:lnTo>
                <a:lnTo>
                  <a:pt x="3894" y="12580"/>
                </a:lnTo>
                <a:lnTo>
                  <a:pt x="3626" y="11923"/>
                </a:lnTo>
                <a:lnTo>
                  <a:pt x="3359" y="11242"/>
                </a:lnTo>
                <a:lnTo>
                  <a:pt x="3261" y="11023"/>
                </a:lnTo>
                <a:lnTo>
                  <a:pt x="3164" y="10804"/>
                </a:lnTo>
                <a:lnTo>
                  <a:pt x="3067" y="10609"/>
                </a:lnTo>
                <a:lnTo>
                  <a:pt x="2945" y="10414"/>
                </a:lnTo>
                <a:lnTo>
                  <a:pt x="2799" y="10244"/>
                </a:lnTo>
                <a:lnTo>
                  <a:pt x="2629" y="10074"/>
                </a:lnTo>
                <a:lnTo>
                  <a:pt x="2459" y="9903"/>
                </a:lnTo>
                <a:lnTo>
                  <a:pt x="2264" y="9757"/>
                </a:lnTo>
                <a:lnTo>
                  <a:pt x="2045" y="9611"/>
                </a:lnTo>
                <a:lnTo>
                  <a:pt x="1802" y="9465"/>
                </a:lnTo>
                <a:lnTo>
                  <a:pt x="1339" y="9222"/>
                </a:lnTo>
                <a:lnTo>
                  <a:pt x="1218" y="9125"/>
                </a:lnTo>
                <a:lnTo>
                  <a:pt x="1120" y="9052"/>
                </a:lnTo>
                <a:lnTo>
                  <a:pt x="974" y="8857"/>
                </a:lnTo>
                <a:lnTo>
                  <a:pt x="853" y="8662"/>
                </a:lnTo>
                <a:lnTo>
                  <a:pt x="731" y="8419"/>
                </a:lnTo>
                <a:lnTo>
                  <a:pt x="682" y="8346"/>
                </a:lnTo>
                <a:lnTo>
                  <a:pt x="804" y="7786"/>
                </a:lnTo>
                <a:lnTo>
                  <a:pt x="926" y="7227"/>
                </a:lnTo>
                <a:lnTo>
                  <a:pt x="1096" y="6691"/>
                </a:lnTo>
                <a:lnTo>
                  <a:pt x="1315" y="6156"/>
                </a:lnTo>
                <a:lnTo>
                  <a:pt x="1534" y="5621"/>
                </a:lnTo>
                <a:lnTo>
                  <a:pt x="1802" y="5134"/>
                </a:lnTo>
                <a:lnTo>
                  <a:pt x="2069" y="4648"/>
                </a:lnTo>
                <a:lnTo>
                  <a:pt x="2386" y="4185"/>
                </a:lnTo>
                <a:lnTo>
                  <a:pt x="2653" y="3820"/>
                </a:lnTo>
                <a:lnTo>
                  <a:pt x="2945" y="3480"/>
                </a:lnTo>
                <a:lnTo>
                  <a:pt x="3237" y="3626"/>
                </a:lnTo>
                <a:lnTo>
                  <a:pt x="3578" y="3723"/>
                </a:lnTo>
                <a:lnTo>
                  <a:pt x="3894" y="3772"/>
                </a:lnTo>
                <a:lnTo>
                  <a:pt x="4064" y="3772"/>
                </a:lnTo>
                <a:lnTo>
                  <a:pt x="4235" y="3747"/>
                </a:lnTo>
                <a:lnTo>
                  <a:pt x="4381" y="3723"/>
                </a:lnTo>
                <a:lnTo>
                  <a:pt x="4502" y="3674"/>
                </a:lnTo>
                <a:lnTo>
                  <a:pt x="4746" y="3553"/>
                </a:lnTo>
                <a:lnTo>
                  <a:pt x="4989" y="3382"/>
                </a:lnTo>
                <a:lnTo>
                  <a:pt x="5208" y="3212"/>
                </a:lnTo>
                <a:lnTo>
                  <a:pt x="5451" y="3042"/>
                </a:lnTo>
                <a:lnTo>
                  <a:pt x="5646" y="2920"/>
                </a:lnTo>
                <a:lnTo>
                  <a:pt x="5841" y="2823"/>
                </a:lnTo>
                <a:lnTo>
                  <a:pt x="6011" y="2750"/>
                </a:lnTo>
                <a:lnTo>
                  <a:pt x="6084" y="2725"/>
                </a:lnTo>
                <a:close/>
                <a:moveTo>
                  <a:pt x="12240" y="18079"/>
                </a:moveTo>
                <a:lnTo>
                  <a:pt x="12386" y="18128"/>
                </a:lnTo>
                <a:lnTo>
                  <a:pt x="12556" y="18152"/>
                </a:lnTo>
                <a:lnTo>
                  <a:pt x="12289" y="18225"/>
                </a:lnTo>
                <a:lnTo>
                  <a:pt x="12289" y="18152"/>
                </a:lnTo>
                <a:lnTo>
                  <a:pt x="12264" y="18103"/>
                </a:lnTo>
                <a:lnTo>
                  <a:pt x="12240" y="18079"/>
                </a:lnTo>
                <a:close/>
                <a:moveTo>
                  <a:pt x="10245" y="754"/>
                </a:moveTo>
                <a:lnTo>
                  <a:pt x="10804" y="779"/>
                </a:lnTo>
                <a:lnTo>
                  <a:pt x="11315" y="827"/>
                </a:lnTo>
                <a:lnTo>
                  <a:pt x="11534" y="852"/>
                </a:lnTo>
                <a:lnTo>
                  <a:pt x="11753" y="900"/>
                </a:lnTo>
                <a:lnTo>
                  <a:pt x="12216" y="1046"/>
                </a:lnTo>
                <a:lnTo>
                  <a:pt x="12678" y="1241"/>
                </a:lnTo>
                <a:lnTo>
                  <a:pt x="13116" y="1436"/>
                </a:lnTo>
                <a:lnTo>
                  <a:pt x="13578" y="1655"/>
                </a:lnTo>
                <a:lnTo>
                  <a:pt x="13043" y="1874"/>
                </a:lnTo>
                <a:lnTo>
                  <a:pt x="12824" y="1971"/>
                </a:lnTo>
                <a:lnTo>
                  <a:pt x="12629" y="2068"/>
                </a:lnTo>
                <a:lnTo>
                  <a:pt x="12435" y="2190"/>
                </a:lnTo>
                <a:lnTo>
                  <a:pt x="12264" y="2360"/>
                </a:lnTo>
                <a:lnTo>
                  <a:pt x="12240" y="2385"/>
                </a:lnTo>
                <a:lnTo>
                  <a:pt x="12264" y="2409"/>
                </a:lnTo>
                <a:lnTo>
                  <a:pt x="12289" y="2433"/>
                </a:lnTo>
                <a:lnTo>
                  <a:pt x="12532" y="2385"/>
                </a:lnTo>
                <a:lnTo>
                  <a:pt x="12751" y="2312"/>
                </a:lnTo>
                <a:lnTo>
                  <a:pt x="13213" y="2166"/>
                </a:lnTo>
                <a:lnTo>
                  <a:pt x="13603" y="2044"/>
                </a:lnTo>
                <a:lnTo>
                  <a:pt x="13822" y="1995"/>
                </a:lnTo>
                <a:lnTo>
                  <a:pt x="13992" y="1898"/>
                </a:lnTo>
                <a:lnTo>
                  <a:pt x="14162" y="1995"/>
                </a:lnTo>
                <a:lnTo>
                  <a:pt x="14114" y="2020"/>
                </a:lnTo>
                <a:lnTo>
                  <a:pt x="13724" y="2190"/>
                </a:lnTo>
                <a:lnTo>
                  <a:pt x="13311" y="2385"/>
                </a:lnTo>
                <a:lnTo>
                  <a:pt x="13140" y="2482"/>
                </a:lnTo>
                <a:lnTo>
                  <a:pt x="12946" y="2604"/>
                </a:lnTo>
                <a:lnTo>
                  <a:pt x="12775" y="2750"/>
                </a:lnTo>
                <a:lnTo>
                  <a:pt x="12654" y="2896"/>
                </a:lnTo>
                <a:lnTo>
                  <a:pt x="12629" y="2944"/>
                </a:lnTo>
                <a:lnTo>
                  <a:pt x="12654" y="2969"/>
                </a:lnTo>
                <a:lnTo>
                  <a:pt x="12678" y="2969"/>
                </a:lnTo>
                <a:lnTo>
                  <a:pt x="12824" y="2944"/>
                </a:lnTo>
                <a:lnTo>
                  <a:pt x="12994" y="2920"/>
                </a:lnTo>
                <a:lnTo>
                  <a:pt x="13286" y="2823"/>
                </a:lnTo>
                <a:lnTo>
                  <a:pt x="13846" y="2555"/>
                </a:lnTo>
                <a:lnTo>
                  <a:pt x="14211" y="2385"/>
                </a:lnTo>
                <a:lnTo>
                  <a:pt x="14576" y="2263"/>
                </a:lnTo>
                <a:lnTo>
                  <a:pt x="14698" y="2336"/>
                </a:lnTo>
                <a:lnTo>
                  <a:pt x="15014" y="2555"/>
                </a:lnTo>
                <a:lnTo>
                  <a:pt x="14503" y="2798"/>
                </a:lnTo>
                <a:lnTo>
                  <a:pt x="13749" y="3090"/>
                </a:lnTo>
                <a:lnTo>
                  <a:pt x="13359" y="3261"/>
                </a:lnTo>
                <a:lnTo>
                  <a:pt x="12994" y="3455"/>
                </a:lnTo>
                <a:lnTo>
                  <a:pt x="12970" y="3480"/>
                </a:lnTo>
                <a:lnTo>
                  <a:pt x="12970" y="3504"/>
                </a:lnTo>
                <a:lnTo>
                  <a:pt x="12994" y="3528"/>
                </a:lnTo>
                <a:lnTo>
                  <a:pt x="13019" y="3553"/>
                </a:lnTo>
                <a:lnTo>
                  <a:pt x="13213" y="3553"/>
                </a:lnTo>
                <a:lnTo>
                  <a:pt x="13432" y="3528"/>
                </a:lnTo>
                <a:lnTo>
                  <a:pt x="13822" y="3431"/>
                </a:lnTo>
                <a:lnTo>
                  <a:pt x="14235" y="3309"/>
                </a:lnTo>
                <a:lnTo>
                  <a:pt x="14625" y="3163"/>
                </a:lnTo>
                <a:lnTo>
                  <a:pt x="15014" y="3042"/>
                </a:lnTo>
                <a:lnTo>
                  <a:pt x="15452" y="2896"/>
                </a:lnTo>
                <a:lnTo>
                  <a:pt x="15647" y="3066"/>
                </a:lnTo>
                <a:lnTo>
                  <a:pt x="15428" y="3139"/>
                </a:lnTo>
                <a:lnTo>
                  <a:pt x="15209" y="3236"/>
                </a:lnTo>
                <a:lnTo>
                  <a:pt x="14795" y="3431"/>
                </a:lnTo>
                <a:lnTo>
                  <a:pt x="14430" y="3601"/>
                </a:lnTo>
                <a:lnTo>
                  <a:pt x="14138" y="3626"/>
                </a:lnTo>
                <a:lnTo>
                  <a:pt x="13870" y="3650"/>
                </a:lnTo>
                <a:lnTo>
                  <a:pt x="13578" y="3699"/>
                </a:lnTo>
                <a:lnTo>
                  <a:pt x="13311" y="3796"/>
                </a:lnTo>
                <a:lnTo>
                  <a:pt x="13189" y="3869"/>
                </a:lnTo>
                <a:lnTo>
                  <a:pt x="13067" y="3942"/>
                </a:lnTo>
                <a:lnTo>
                  <a:pt x="12970" y="4039"/>
                </a:lnTo>
                <a:lnTo>
                  <a:pt x="12873" y="4137"/>
                </a:lnTo>
                <a:lnTo>
                  <a:pt x="12800" y="4258"/>
                </a:lnTo>
                <a:lnTo>
                  <a:pt x="12727" y="4380"/>
                </a:lnTo>
                <a:lnTo>
                  <a:pt x="12654" y="4648"/>
                </a:lnTo>
                <a:lnTo>
                  <a:pt x="12629" y="4745"/>
                </a:lnTo>
                <a:lnTo>
                  <a:pt x="12629" y="4842"/>
                </a:lnTo>
                <a:lnTo>
                  <a:pt x="12629" y="5013"/>
                </a:lnTo>
                <a:lnTo>
                  <a:pt x="12629" y="5110"/>
                </a:lnTo>
                <a:lnTo>
                  <a:pt x="12605" y="5183"/>
                </a:lnTo>
                <a:lnTo>
                  <a:pt x="12556" y="5280"/>
                </a:lnTo>
                <a:lnTo>
                  <a:pt x="12459" y="5353"/>
                </a:lnTo>
                <a:lnTo>
                  <a:pt x="12240" y="5548"/>
                </a:lnTo>
                <a:lnTo>
                  <a:pt x="12045" y="5767"/>
                </a:lnTo>
                <a:lnTo>
                  <a:pt x="11997" y="5840"/>
                </a:lnTo>
                <a:lnTo>
                  <a:pt x="11972" y="5937"/>
                </a:lnTo>
                <a:lnTo>
                  <a:pt x="11972" y="6010"/>
                </a:lnTo>
                <a:lnTo>
                  <a:pt x="11997" y="6107"/>
                </a:lnTo>
                <a:lnTo>
                  <a:pt x="12045" y="6156"/>
                </a:lnTo>
                <a:lnTo>
                  <a:pt x="12070" y="6156"/>
                </a:lnTo>
                <a:lnTo>
                  <a:pt x="11948" y="6205"/>
                </a:lnTo>
                <a:lnTo>
                  <a:pt x="11534" y="6375"/>
                </a:lnTo>
                <a:lnTo>
                  <a:pt x="11364" y="6497"/>
                </a:lnTo>
                <a:lnTo>
                  <a:pt x="11169" y="6618"/>
                </a:lnTo>
                <a:lnTo>
                  <a:pt x="11048" y="6740"/>
                </a:lnTo>
                <a:lnTo>
                  <a:pt x="10999" y="6862"/>
                </a:lnTo>
                <a:lnTo>
                  <a:pt x="10999" y="6983"/>
                </a:lnTo>
                <a:lnTo>
                  <a:pt x="11048" y="7081"/>
                </a:lnTo>
                <a:lnTo>
                  <a:pt x="11121" y="7178"/>
                </a:lnTo>
                <a:lnTo>
                  <a:pt x="11218" y="7275"/>
                </a:lnTo>
                <a:lnTo>
                  <a:pt x="11364" y="7324"/>
                </a:lnTo>
                <a:lnTo>
                  <a:pt x="11486" y="7373"/>
                </a:lnTo>
                <a:lnTo>
                  <a:pt x="11340" y="7470"/>
                </a:lnTo>
                <a:lnTo>
                  <a:pt x="11194" y="7592"/>
                </a:lnTo>
                <a:lnTo>
                  <a:pt x="11072" y="7738"/>
                </a:lnTo>
                <a:lnTo>
                  <a:pt x="10950" y="7908"/>
                </a:lnTo>
                <a:lnTo>
                  <a:pt x="10853" y="8151"/>
                </a:lnTo>
                <a:lnTo>
                  <a:pt x="10804" y="8419"/>
                </a:lnTo>
                <a:lnTo>
                  <a:pt x="10731" y="8954"/>
                </a:lnTo>
                <a:lnTo>
                  <a:pt x="10683" y="9222"/>
                </a:lnTo>
                <a:lnTo>
                  <a:pt x="10659" y="9514"/>
                </a:lnTo>
                <a:lnTo>
                  <a:pt x="10683" y="9806"/>
                </a:lnTo>
                <a:lnTo>
                  <a:pt x="10707" y="9952"/>
                </a:lnTo>
                <a:lnTo>
                  <a:pt x="10780" y="10074"/>
                </a:lnTo>
                <a:lnTo>
                  <a:pt x="10926" y="10293"/>
                </a:lnTo>
                <a:lnTo>
                  <a:pt x="10999" y="10390"/>
                </a:lnTo>
                <a:lnTo>
                  <a:pt x="11096" y="10463"/>
                </a:lnTo>
                <a:lnTo>
                  <a:pt x="11194" y="10512"/>
                </a:lnTo>
                <a:lnTo>
                  <a:pt x="11315" y="10560"/>
                </a:lnTo>
                <a:lnTo>
                  <a:pt x="11583" y="10633"/>
                </a:lnTo>
                <a:lnTo>
                  <a:pt x="11875" y="10633"/>
                </a:lnTo>
                <a:lnTo>
                  <a:pt x="12191" y="10609"/>
                </a:lnTo>
                <a:lnTo>
                  <a:pt x="12337" y="10633"/>
                </a:lnTo>
                <a:lnTo>
                  <a:pt x="12459" y="10682"/>
                </a:lnTo>
                <a:lnTo>
                  <a:pt x="12556" y="10755"/>
                </a:lnTo>
                <a:lnTo>
                  <a:pt x="12629" y="10852"/>
                </a:lnTo>
                <a:lnTo>
                  <a:pt x="12702" y="10974"/>
                </a:lnTo>
                <a:lnTo>
                  <a:pt x="12751" y="11096"/>
                </a:lnTo>
                <a:lnTo>
                  <a:pt x="12800" y="11363"/>
                </a:lnTo>
                <a:lnTo>
                  <a:pt x="12848" y="11485"/>
                </a:lnTo>
                <a:lnTo>
                  <a:pt x="12897" y="11607"/>
                </a:lnTo>
                <a:lnTo>
                  <a:pt x="12946" y="11728"/>
                </a:lnTo>
                <a:lnTo>
                  <a:pt x="13043" y="11826"/>
                </a:lnTo>
                <a:lnTo>
                  <a:pt x="13165" y="12020"/>
                </a:lnTo>
                <a:lnTo>
                  <a:pt x="13262" y="12215"/>
                </a:lnTo>
                <a:lnTo>
                  <a:pt x="13311" y="12434"/>
                </a:lnTo>
                <a:lnTo>
                  <a:pt x="13311" y="12677"/>
                </a:lnTo>
                <a:lnTo>
                  <a:pt x="13311" y="13091"/>
                </a:lnTo>
                <a:lnTo>
                  <a:pt x="13359" y="13505"/>
                </a:lnTo>
                <a:lnTo>
                  <a:pt x="13408" y="13699"/>
                </a:lnTo>
                <a:lnTo>
                  <a:pt x="13457" y="13894"/>
                </a:lnTo>
                <a:lnTo>
                  <a:pt x="13554" y="14088"/>
                </a:lnTo>
                <a:lnTo>
                  <a:pt x="13651" y="14283"/>
                </a:lnTo>
                <a:lnTo>
                  <a:pt x="13822" y="14526"/>
                </a:lnTo>
                <a:lnTo>
                  <a:pt x="13919" y="14624"/>
                </a:lnTo>
                <a:lnTo>
                  <a:pt x="14016" y="14721"/>
                </a:lnTo>
                <a:lnTo>
                  <a:pt x="14138" y="14794"/>
                </a:lnTo>
                <a:lnTo>
                  <a:pt x="14260" y="14843"/>
                </a:lnTo>
                <a:lnTo>
                  <a:pt x="14406" y="14867"/>
                </a:lnTo>
                <a:lnTo>
                  <a:pt x="14576" y="14843"/>
                </a:lnTo>
                <a:lnTo>
                  <a:pt x="14698" y="14794"/>
                </a:lnTo>
                <a:lnTo>
                  <a:pt x="14819" y="14745"/>
                </a:lnTo>
                <a:lnTo>
                  <a:pt x="14917" y="14648"/>
                </a:lnTo>
                <a:lnTo>
                  <a:pt x="15014" y="14551"/>
                </a:lnTo>
                <a:lnTo>
                  <a:pt x="15355" y="14502"/>
                </a:lnTo>
                <a:lnTo>
                  <a:pt x="15695" y="14429"/>
                </a:lnTo>
                <a:lnTo>
                  <a:pt x="16377" y="14234"/>
                </a:lnTo>
                <a:lnTo>
                  <a:pt x="16717" y="14113"/>
                </a:lnTo>
                <a:lnTo>
                  <a:pt x="17034" y="13967"/>
                </a:lnTo>
                <a:lnTo>
                  <a:pt x="17350" y="13821"/>
                </a:lnTo>
                <a:lnTo>
                  <a:pt x="17691" y="13699"/>
                </a:lnTo>
                <a:lnTo>
                  <a:pt x="17472" y="14113"/>
                </a:lnTo>
                <a:lnTo>
                  <a:pt x="17228" y="14526"/>
                </a:lnTo>
                <a:lnTo>
                  <a:pt x="17107" y="14526"/>
                </a:lnTo>
                <a:lnTo>
                  <a:pt x="16961" y="14551"/>
                </a:lnTo>
                <a:lnTo>
                  <a:pt x="16669" y="14599"/>
                </a:lnTo>
                <a:lnTo>
                  <a:pt x="16231" y="14721"/>
                </a:lnTo>
                <a:lnTo>
                  <a:pt x="15233" y="15013"/>
                </a:lnTo>
                <a:lnTo>
                  <a:pt x="14284" y="15329"/>
                </a:lnTo>
                <a:lnTo>
                  <a:pt x="14260" y="15354"/>
                </a:lnTo>
                <a:lnTo>
                  <a:pt x="14235" y="15378"/>
                </a:lnTo>
                <a:lnTo>
                  <a:pt x="14235" y="15402"/>
                </a:lnTo>
                <a:lnTo>
                  <a:pt x="14284" y="15427"/>
                </a:lnTo>
                <a:lnTo>
                  <a:pt x="14454" y="15451"/>
                </a:lnTo>
                <a:lnTo>
                  <a:pt x="14673" y="15475"/>
                </a:lnTo>
                <a:lnTo>
                  <a:pt x="14868" y="15451"/>
                </a:lnTo>
                <a:lnTo>
                  <a:pt x="15063" y="15427"/>
                </a:lnTo>
                <a:lnTo>
                  <a:pt x="15452" y="15329"/>
                </a:lnTo>
                <a:lnTo>
                  <a:pt x="15841" y="15232"/>
                </a:lnTo>
                <a:lnTo>
                  <a:pt x="16304" y="15110"/>
                </a:lnTo>
                <a:lnTo>
                  <a:pt x="16766" y="14989"/>
                </a:lnTo>
                <a:lnTo>
                  <a:pt x="16936" y="14989"/>
                </a:lnTo>
                <a:lnTo>
                  <a:pt x="16815" y="15159"/>
                </a:lnTo>
                <a:lnTo>
                  <a:pt x="16571" y="15500"/>
                </a:lnTo>
                <a:lnTo>
                  <a:pt x="16231" y="15524"/>
                </a:lnTo>
                <a:lnTo>
                  <a:pt x="15890" y="15573"/>
                </a:lnTo>
                <a:lnTo>
                  <a:pt x="15233" y="15767"/>
                </a:lnTo>
                <a:lnTo>
                  <a:pt x="14381" y="16011"/>
                </a:lnTo>
                <a:lnTo>
                  <a:pt x="13968" y="16132"/>
                </a:lnTo>
                <a:lnTo>
                  <a:pt x="13530" y="16230"/>
                </a:lnTo>
                <a:lnTo>
                  <a:pt x="13505" y="16278"/>
                </a:lnTo>
                <a:lnTo>
                  <a:pt x="13481" y="16303"/>
                </a:lnTo>
                <a:lnTo>
                  <a:pt x="13505" y="16351"/>
                </a:lnTo>
                <a:lnTo>
                  <a:pt x="13554" y="16376"/>
                </a:lnTo>
                <a:lnTo>
                  <a:pt x="13919" y="16351"/>
                </a:lnTo>
                <a:lnTo>
                  <a:pt x="14284" y="16327"/>
                </a:lnTo>
                <a:lnTo>
                  <a:pt x="14625" y="16303"/>
                </a:lnTo>
                <a:lnTo>
                  <a:pt x="14990" y="16230"/>
                </a:lnTo>
                <a:lnTo>
                  <a:pt x="15549" y="16132"/>
                </a:lnTo>
                <a:lnTo>
                  <a:pt x="16133" y="16011"/>
                </a:lnTo>
                <a:lnTo>
                  <a:pt x="15866" y="16278"/>
                </a:lnTo>
                <a:lnTo>
                  <a:pt x="15574" y="16327"/>
                </a:lnTo>
                <a:lnTo>
                  <a:pt x="15282" y="16376"/>
                </a:lnTo>
                <a:lnTo>
                  <a:pt x="14698" y="16473"/>
                </a:lnTo>
                <a:lnTo>
                  <a:pt x="14308" y="16522"/>
                </a:lnTo>
                <a:lnTo>
                  <a:pt x="13943" y="16570"/>
                </a:lnTo>
                <a:lnTo>
                  <a:pt x="13578" y="16668"/>
                </a:lnTo>
                <a:lnTo>
                  <a:pt x="13408" y="16716"/>
                </a:lnTo>
                <a:lnTo>
                  <a:pt x="13238" y="16814"/>
                </a:lnTo>
                <a:lnTo>
                  <a:pt x="13213" y="16814"/>
                </a:lnTo>
                <a:lnTo>
                  <a:pt x="13213" y="16838"/>
                </a:lnTo>
                <a:lnTo>
                  <a:pt x="13238" y="16862"/>
                </a:lnTo>
                <a:lnTo>
                  <a:pt x="13262" y="16887"/>
                </a:lnTo>
                <a:lnTo>
                  <a:pt x="13457" y="16911"/>
                </a:lnTo>
                <a:lnTo>
                  <a:pt x="14065" y="16911"/>
                </a:lnTo>
                <a:lnTo>
                  <a:pt x="14479" y="16887"/>
                </a:lnTo>
                <a:lnTo>
                  <a:pt x="14868" y="16838"/>
                </a:lnTo>
                <a:lnTo>
                  <a:pt x="15282" y="16789"/>
                </a:lnTo>
                <a:lnTo>
                  <a:pt x="15014" y="17008"/>
                </a:lnTo>
                <a:lnTo>
                  <a:pt x="14722" y="17203"/>
                </a:lnTo>
                <a:lnTo>
                  <a:pt x="14552" y="17179"/>
                </a:lnTo>
                <a:lnTo>
                  <a:pt x="14357" y="17154"/>
                </a:lnTo>
                <a:lnTo>
                  <a:pt x="13968" y="17179"/>
                </a:lnTo>
                <a:lnTo>
                  <a:pt x="13603" y="17203"/>
                </a:lnTo>
                <a:lnTo>
                  <a:pt x="13238" y="17227"/>
                </a:lnTo>
                <a:lnTo>
                  <a:pt x="12532" y="17300"/>
                </a:lnTo>
                <a:lnTo>
                  <a:pt x="12483" y="17325"/>
                </a:lnTo>
                <a:lnTo>
                  <a:pt x="12459" y="17373"/>
                </a:lnTo>
                <a:lnTo>
                  <a:pt x="12483" y="17422"/>
                </a:lnTo>
                <a:lnTo>
                  <a:pt x="12532" y="17446"/>
                </a:lnTo>
                <a:lnTo>
                  <a:pt x="13165" y="17519"/>
                </a:lnTo>
                <a:lnTo>
                  <a:pt x="13481" y="17544"/>
                </a:lnTo>
                <a:lnTo>
                  <a:pt x="13797" y="17568"/>
                </a:lnTo>
                <a:lnTo>
                  <a:pt x="14089" y="17592"/>
                </a:lnTo>
                <a:lnTo>
                  <a:pt x="13846" y="17714"/>
                </a:lnTo>
                <a:lnTo>
                  <a:pt x="13530" y="17836"/>
                </a:lnTo>
                <a:lnTo>
                  <a:pt x="13505" y="17811"/>
                </a:lnTo>
                <a:lnTo>
                  <a:pt x="13432" y="17787"/>
                </a:lnTo>
                <a:lnTo>
                  <a:pt x="13335" y="17763"/>
                </a:lnTo>
                <a:lnTo>
                  <a:pt x="13140" y="17763"/>
                </a:lnTo>
                <a:lnTo>
                  <a:pt x="12946" y="17787"/>
                </a:lnTo>
                <a:lnTo>
                  <a:pt x="12751" y="17787"/>
                </a:lnTo>
                <a:lnTo>
                  <a:pt x="12337" y="17763"/>
                </a:lnTo>
                <a:lnTo>
                  <a:pt x="11948" y="17763"/>
                </a:lnTo>
                <a:lnTo>
                  <a:pt x="11899" y="17787"/>
                </a:lnTo>
                <a:lnTo>
                  <a:pt x="11899" y="17836"/>
                </a:lnTo>
                <a:lnTo>
                  <a:pt x="12021" y="17957"/>
                </a:lnTo>
                <a:lnTo>
                  <a:pt x="12167" y="18030"/>
                </a:lnTo>
                <a:lnTo>
                  <a:pt x="11948" y="17982"/>
                </a:lnTo>
                <a:lnTo>
                  <a:pt x="11656" y="17957"/>
                </a:lnTo>
                <a:lnTo>
                  <a:pt x="11534" y="17957"/>
                </a:lnTo>
                <a:lnTo>
                  <a:pt x="11413" y="17982"/>
                </a:lnTo>
                <a:lnTo>
                  <a:pt x="11340" y="18030"/>
                </a:lnTo>
                <a:lnTo>
                  <a:pt x="11340" y="18055"/>
                </a:lnTo>
                <a:lnTo>
                  <a:pt x="11315" y="18103"/>
                </a:lnTo>
                <a:lnTo>
                  <a:pt x="11340" y="18176"/>
                </a:lnTo>
                <a:lnTo>
                  <a:pt x="11388" y="18225"/>
                </a:lnTo>
                <a:lnTo>
                  <a:pt x="11559" y="18298"/>
                </a:lnTo>
                <a:lnTo>
                  <a:pt x="11753" y="18371"/>
                </a:lnTo>
                <a:lnTo>
                  <a:pt x="11510" y="18420"/>
                </a:lnTo>
                <a:lnTo>
                  <a:pt x="11437" y="18347"/>
                </a:lnTo>
                <a:lnTo>
                  <a:pt x="11291" y="18298"/>
                </a:lnTo>
                <a:lnTo>
                  <a:pt x="11121" y="18274"/>
                </a:lnTo>
                <a:lnTo>
                  <a:pt x="10926" y="18298"/>
                </a:lnTo>
                <a:lnTo>
                  <a:pt x="10756" y="18347"/>
                </a:lnTo>
                <a:lnTo>
                  <a:pt x="10731" y="18371"/>
                </a:lnTo>
                <a:lnTo>
                  <a:pt x="10731" y="18395"/>
                </a:lnTo>
                <a:lnTo>
                  <a:pt x="10731" y="18420"/>
                </a:lnTo>
                <a:lnTo>
                  <a:pt x="10756" y="18444"/>
                </a:lnTo>
                <a:lnTo>
                  <a:pt x="11023" y="18541"/>
                </a:lnTo>
                <a:lnTo>
                  <a:pt x="10926" y="18566"/>
                </a:lnTo>
                <a:lnTo>
                  <a:pt x="10877" y="18541"/>
                </a:lnTo>
                <a:lnTo>
                  <a:pt x="10488" y="18541"/>
                </a:lnTo>
                <a:lnTo>
                  <a:pt x="9515" y="18566"/>
                </a:lnTo>
                <a:lnTo>
                  <a:pt x="8396" y="18566"/>
                </a:lnTo>
                <a:lnTo>
                  <a:pt x="7885" y="18517"/>
                </a:lnTo>
                <a:lnTo>
                  <a:pt x="7666" y="18493"/>
                </a:lnTo>
                <a:lnTo>
                  <a:pt x="7471" y="18444"/>
                </a:lnTo>
                <a:lnTo>
                  <a:pt x="7082" y="18322"/>
                </a:lnTo>
                <a:lnTo>
                  <a:pt x="6692" y="18176"/>
                </a:lnTo>
                <a:lnTo>
                  <a:pt x="6303" y="18006"/>
                </a:lnTo>
                <a:lnTo>
                  <a:pt x="5938" y="17836"/>
                </a:lnTo>
                <a:lnTo>
                  <a:pt x="5208" y="17446"/>
                </a:lnTo>
                <a:lnTo>
                  <a:pt x="4527" y="17008"/>
                </a:lnTo>
                <a:lnTo>
                  <a:pt x="4162" y="16765"/>
                </a:lnTo>
                <a:lnTo>
                  <a:pt x="3797" y="16473"/>
                </a:lnTo>
                <a:lnTo>
                  <a:pt x="3456" y="16181"/>
                </a:lnTo>
                <a:lnTo>
                  <a:pt x="3140" y="15865"/>
                </a:lnTo>
                <a:lnTo>
                  <a:pt x="2823" y="15548"/>
                </a:lnTo>
                <a:lnTo>
                  <a:pt x="2532" y="15208"/>
                </a:lnTo>
                <a:lnTo>
                  <a:pt x="2264" y="14843"/>
                </a:lnTo>
                <a:lnTo>
                  <a:pt x="1996" y="14478"/>
                </a:lnTo>
                <a:lnTo>
                  <a:pt x="1753" y="14113"/>
                </a:lnTo>
                <a:lnTo>
                  <a:pt x="1534" y="13699"/>
                </a:lnTo>
                <a:lnTo>
                  <a:pt x="1339" y="13310"/>
                </a:lnTo>
                <a:lnTo>
                  <a:pt x="1169" y="12896"/>
                </a:lnTo>
                <a:lnTo>
                  <a:pt x="999" y="12483"/>
                </a:lnTo>
                <a:lnTo>
                  <a:pt x="877" y="12045"/>
                </a:lnTo>
                <a:lnTo>
                  <a:pt x="755" y="11607"/>
                </a:lnTo>
                <a:lnTo>
                  <a:pt x="682" y="11169"/>
                </a:lnTo>
                <a:lnTo>
                  <a:pt x="609" y="10658"/>
                </a:lnTo>
                <a:lnTo>
                  <a:pt x="561" y="10147"/>
                </a:lnTo>
                <a:lnTo>
                  <a:pt x="561" y="9611"/>
                </a:lnTo>
                <a:lnTo>
                  <a:pt x="585" y="9100"/>
                </a:lnTo>
                <a:lnTo>
                  <a:pt x="780" y="9319"/>
                </a:lnTo>
                <a:lnTo>
                  <a:pt x="974" y="9514"/>
                </a:lnTo>
                <a:lnTo>
                  <a:pt x="1218" y="9684"/>
                </a:lnTo>
                <a:lnTo>
                  <a:pt x="1510" y="9855"/>
                </a:lnTo>
                <a:lnTo>
                  <a:pt x="1777" y="10001"/>
                </a:lnTo>
                <a:lnTo>
                  <a:pt x="2021" y="10171"/>
                </a:lnTo>
                <a:lnTo>
                  <a:pt x="2215" y="10341"/>
                </a:lnTo>
                <a:lnTo>
                  <a:pt x="2410" y="10536"/>
                </a:lnTo>
                <a:lnTo>
                  <a:pt x="2580" y="10731"/>
                </a:lnTo>
                <a:lnTo>
                  <a:pt x="2702" y="10974"/>
                </a:lnTo>
                <a:lnTo>
                  <a:pt x="2848" y="11217"/>
                </a:lnTo>
                <a:lnTo>
                  <a:pt x="2945" y="11509"/>
                </a:lnTo>
                <a:lnTo>
                  <a:pt x="3213" y="12191"/>
                </a:lnTo>
                <a:lnTo>
                  <a:pt x="3480" y="12848"/>
                </a:lnTo>
                <a:lnTo>
                  <a:pt x="3772" y="13529"/>
                </a:lnTo>
                <a:lnTo>
                  <a:pt x="3894" y="13869"/>
                </a:lnTo>
                <a:lnTo>
                  <a:pt x="3991" y="14210"/>
                </a:lnTo>
                <a:lnTo>
                  <a:pt x="4162" y="14843"/>
                </a:lnTo>
                <a:lnTo>
                  <a:pt x="4308" y="15475"/>
                </a:lnTo>
                <a:lnTo>
                  <a:pt x="4405" y="15792"/>
                </a:lnTo>
                <a:lnTo>
                  <a:pt x="4502" y="16108"/>
                </a:lnTo>
                <a:lnTo>
                  <a:pt x="4648" y="16400"/>
                </a:lnTo>
                <a:lnTo>
                  <a:pt x="4819" y="16692"/>
                </a:lnTo>
                <a:lnTo>
                  <a:pt x="4867" y="16765"/>
                </a:lnTo>
                <a:lnTo>
                  <a:pt x="4940" y="16789"/>
                </a:lnTo>
                <a:lnTo>
                  <a:pt x="5038" y="16789"/>
                </a:lnTo>
                <a:lnTo>
                  <a:pt x="5111" y="16765"/>
                </a:lnTo>
                <a:lnTo>
                  <a:pt x="5232" y="16692"/>
                </a:lnTo>
                <a:lnTo>
                  <a:pt x="5305" y="16570"/>
                </a:lnTo>
                <a:lnTo>
                  <a:pt x="5378" y="16473"/>
                </a:lnTo>
                <a:lnTo>
                  <a:pt x="5403" y="16351"/>
                </a:lnTo>
                <a:lnTo>
                  <a:pt x="5451" y="16084"/>
                </a:lnTo>
                <a:lnTo>
                  <a:pt x="5476" y="15816"/>
                </a:lnTo>
                <a:lnTo>
                  <a:pt x="5524" y="15573"/>
                </a:lnTo>
                <a:lnTo>
                  <a:pt x="5573" y="15329"/>
                </a:lnTo>
                <a:lnTo>
                  <a:pt x="5670" y="15110"/>
                </a:lnTo>
                <a:lnTo>
                  <a:pt x="5792" y="14891"/>
                </a:lnTo>
                <a:lnTo>
                  <a:pt x="6035" y="14478"/>
                </a:lnTo>
                <a:lnTo>
                  <a:pt x="6327" y="14064"/>
                </a:lnTo>
                <a:lnTo>
                  <a:pt x="6522" y="13796"/>
                </a:lnTo>
                <a:lnTo>
                  <a:pt x="6741" y="13480"/>
                </a:lnTo>
                <a:lnTo>
                  <a:pt x="6936" y="13164"/>
                </a:lnTo>
                <a:lnTo>
                  <a:pt x="7106" y="12799"/>
                </a:lnTo>
                <a:lnTo>
                  <a:pt x="7155" y="12629"/>
                </a:lnTo>
                <a:lnTo>
                  <a:pt x="7203" y="12458"/>
                </a:lnTo>
                <a:lnTo>
                  <a:pt x="7228" y="12264"/>
                </a:lnTo>
                <a:lnTo>
                  <a:pt x="7228" y="12093"/>
                </a:lnTo>
                <a:lnTo>
                  <a:pt x="7203" y="11923"/>
                </a:lnTo>
                <a:lnTo>
                  <a:pt x="7155" y="11753"/>
                </a:lnTo>
                <a:lnTo>
                  <a:pt x="7082" y="11607"/>
                </a:lnTo>
                <a:lnTo>
                  <a:pt x="6960" y="11436"/>
                </a:lnTo>
                <a:lnTo>
                  <a:pt x="6863" y="11315"/>
                </a:lnTo>
                <a:lnTo>
                  <a:pt x="6717" y="11217"/>
                </a:lnTo>
                <a:lnTo>
                  <a:pt x="6449" y="11023"/>
                </a:lnTo>
                <a:lnTo>
                  <a:pt x="6157" y="10852"/>
                </a:lnTo>
                <a:lnTo>
                  <a:pt x="5865" y="10706"/>
                </a:lnTo>
                <a:lnTo>
                  <a:pt x="5062" y="10341"/>
                </a:lnTo>
                <a:lnTo>
                  <a:pt x="4648" y="10147"/>
                </a:lnTo>
                <a:lnTo>
                  <a:pt x="4235" y="10001"/>
                </a:lnTo>
                <a:lnTo>
                  <a:pt x="3991" y="9952"/>
                </a:lnTo>
                <a:lnTo>
                  <a:pt x="3724" y="9928"/>
                </a:lnTo>
                <a:lnTo>
                  <a:pt x="3456" y="9879"/>
                </a:lnTo>
                <a:lnTo>
                  <a:pt x="3334" y="9830"/>
                </a:lnTo>
                <a:lnTo>
                  <a:pt x="3213" y="9782"/>
                </a:lnTo>
                <a:lnTo>
                  <a:pt x="3042" y="9684"/>
                </a:lnTo>
                <a:lnTo>
                  <a:pt x="2872" y="9538"/>
                </a:lnTo>
                <a:lnTo>
                  <a:pt x="2726" y="9392"/>
                </a:lnTo>
                <a:lnTo>
                  <a:pt x="2580" y="9271"/>
                </a:lnTo>
                <a:lnTo>
                  <a:pt x="2459" y="9173"/>
                </a:lnTo>
                <a:lnTo>
                  <a:pt x="2337" y="9125"/>
                </a:lnTo>
                <a:lnTo>
                  <a:pt x="2069" y="9052"/>
                </a:lnTo>
                <a:lnTo>
                  <a:pt x="1923" y="9027"/>
                </a:lnTo>
                <a:lnTo>
                  <a:pt x="1826" y="8954"/>
                </a:lnTo>
                <a:lnTo>
                  <a:pt x="1777" y="8906"/>
                </a:lnTo>
                <a:lnTo>
                  <a:pt x="1753" y="8808"/>
                </a:lnTo>
                <a:lnTo>
                  <a:pt x="1753" y="8735"/>
                </a:lnTo>
                <a:lnTo>
                  <a:pt x="1777" y="8638"/>
                </a:lnTo>
                <a:lnTo>
                  <a:pt x="1850" y="8541"/>
                </a:lnTo>
                <a:lnTo>
                  <a:pt x="1948" y="8443"/>
                </a:lnTo>
                <a:lnTo>
                  <a:pt x="2069" y="8346"/>
                </a:lnTo>
                <a:lnTo>
                  <a:pt x="2191" y="8273"/>
                </a:lnTo>
                <a:lnTo>
                  <a:pt x="2483" y="8127"/>
                </a:lnTo>
                <a:lnTo>
                  <a:pt x="3091" y="7908"/>
                </a:lnTo>
                <a:lnTo>
                  <a:pt x="3261" y="7835"/>
                </a:lnTo>
                <a:lnTo>
                  <a:pt x="3407" y="7738"/>
                </a:lnTo>
                <a:lnTo>
                  <a:pt x="3675" y="7543"/>
                </a:lnTo>
                <a:lnTo>
                  <a:pt x="3918" y="7300"/>
                </a:lnTo>
                <a:lnTo>
                  <a:pt x="4137" y="7032"/>
                </a:lnTo>
                <a:lnTo>
                  <a:pt x="4429" y="6716"/>
                </a:lnTo>
                <a:lnTo>
                  <a:pt x="4721" y="6448"/>
                </a:lnTo>
                <a:lnTo>
                  <a:pt x="5038" y="6229"/>
                </a:lnTo>
                <a:lnTo>
                  <a:pt x="5208" y="6107"/>
                </a:lnTo>
                <a:lnTo>
                  <a:pt x="5403" y="6010"/>
                </a:lnTo>
                <a:lnTo>
                  <a:pt x="5646" y="5913"/>
                </a:lnTo>
                <a:lnTo>
                  <a:pt x="5889" y="5791"/>
                </a:lnTo>
                <a:lnTo>
                  <a:pt x="5987" y="5718"/>
                </a:lnTo>
                <a:lnTo>
                  <a:pt x="6084" y="5645"/>
                </a:lnTo>
                <a:lnTo>
                  <a:pt x="6157" y="5548"/>
                </a:lnTo>
                <a:lnTo>
                  <a:pt x="6206" y="5426"/>
                </a:lnTo>
                <a:lnTo>
                  <a:pt x="6206" y="5305"/>
                </a:lnTo>
                <a:lnTo>
                  <a:pt x="6181" y="5207"/>
                </a:lnTo>
                <a:lnTo>
                  <a:pt x="6108" y="5086"/>
                </a:lnTo>
                <a:lnTo>
                  <a:pt x="6035" y="5013"/>
                </a:lnTo>
                <a:lnTo>
                  <a:pt x="5841" y="4842"/>
                </a:lnTo>
                <a:lnTo>
                  <a:pt x="5670" y="4721"/>
                </a:lnTo>
                <a:lnTo>
                  <a:pt x="5573" y="4648"/>
                </a:lnTo>
                <a:lnTo>
                  <a:pt x="5330" y="4648"/>
                </a:lnTo>
                <a:lnTo>
                  <a:pt x="5232" y="4672"/>
                </a:lnTo>
                <a:lnTo>
                  <a:pt x="4989" y="4794"/>
                </a:lnTo>
                <a:lnTo>
                  <a:pt x="4794" y="4891"/>
                </a:lnTo>
                <a:lnTo>
                  <a:pt x="4429" y="5013"/>
                </a:lnTo>
                <a:lnTo>
                  <a:pt x="4235" y="5013"/>
                </a:lnTo>
                <a:lnTo>
                  <a:pt x="4113" y="4964"/>
                </a:lnTo>
                <a:lnTo>
                  <a:pt x="3991" y="4915"/>
                </a:lnTo>
                <a:lnTo>
                  <a:pt x="3894" y="4842"/>
                </a:lnTo>
                <a:lnTo>
                  <a:pt x="3870" y="4794"/>
                </a:lnTo>
                <a:lnTo>
                  <a:pt x="3845" y="4745"/>
                </a:lnTo>
                <a:lnTo>
                  <a:pt x="3845" y="4696"/>
                </a:lnTo>
                <a:lnTo>
                  <a:pt x="3870" y="4648"/>
                </a:lnTo>
                <a:lnTo>
                  <a:pt x="3918" y="4599"/>
                </a:lnTo>
                <a:lnTo>
                  <a:pt x="3991" y="4550"/>
                </a:lnTo>
                <a:lnTo>
                  <a:pt x="4113" y="4477"/>
                </a:lnTo>
                <a:lnTo>
                  <a:pt x="4259" y="4429"/>
                </a:lnTo>
                <a:lnTo>
                  <a:pt x="4575" y="4331"/>
                </a:lnTo>
                <a:lnTo>
                  <a:pt x="4770" y="4210"/>
                </a:lnTo>
                <a:lnTo>
                  <a:pt x="4940" y="4112"/>
                </a:lnTo>
                <a:lnTo>
                  <a:pt x="5013" y="4088"/>
                </a:lnTo>
                <a:lnTo>
                  <a:pt x="5111" y="4088"/>
                </a:lnTo>
                <a:lnTo>
                  <a:pt x="5208" y="4112"/>
                </a:lnTo>
                <a:lnTo>
                  <a:pt x="5354" y="4185"/>
                </a:lnTo>
                <a:lnTo>
                  <a:pt x="5646" y="4356"/>
                </a:lnTo>
                <a:lnTo>
                  <a:pt x="5768" y="4453"/>
                </a:lnTo>
                <a:lnTo>
                  <a:pt x="5914" y="4526"/>
                </a:lnTo>
                <a:lnTo>
                  <a:pt x="6060" y="4550"/>
                </a:lnTo>
                <a:lnTo>
                  <a:pt x="6206" y="4550"/>
                </a:lnTo>
                <a:lnTo>
                  <a:pt x="6327" y="4526"/>
                </a:lnTo>
                <a:lnTo>
                  <a:pt x="6425" y="4453"/>
                </a:lnTo>
                <a:lnTo>
                  <a:pt x="6498" y="4356"/>
                </a:lnTo>
                <a:lnTo>
                  <a:pt x="6546" y="4234"/>
                </a:lnTo>
                <a:lnTo>
                  <a:pt x="6571" y="4112"/>
                </a:lnTo>
                <a:lnTo>
                  <a:pt x="6546" y="3966"/>
                </a:lnTo>
                <a:lnTo>
                  <a:pt x="6473" y="3772"/>
                </a:lnTo>
                <a:lnTo>
                  <a:pt x="6400" y="3553"/>
                </a:lnTo>
                <a:lnTo>
                  <a:pt x="6376" y="3504"/>
                </a:lnTo>
                <a:lnTo>
                  <a:pt x="6400" y="3431"/>
                </a:lnTo>
                <a:lnTo>
                  <a:pt x="6449" y="3236"/>
                </a:lnTo>
                <a:lnTo>
                  <a:pt x="6546" y="3066"/>
                </a:lnTo>
                <a:lnTo>
                  <a:pt x="6595" y="2920"/>
                </a:lnTo>
                <a:lnTo>
                  <a:pt x="6619" y="2774"/>
                </a:lnTo>
                <a:lnTo>
                  <a:pt x="6595" y="2628"/>
                </a:lnTo>
                <a:lnTo>
                  <a:pt x="6522" y="2506"/>
                </a:lnTo>
                <a:lnTo>
                  <a:pt x="6400" y="2409"/>
                </a:lnTo>
                <a:lnTo>
                  <a:pt x="6327" y="2360"/>
                </a:lnTo>
                <a:lnTo>
                  <a:pt x="6254" y="2336"/>
                </a:lnTo>
                <a:lnTo>
                  <a:pt x="6157" y="2312"/>
                </a:lnTo>
                <a:lnTo>
                  <a:pt x="6084" y="2312"/>
                </a:lnTo>
                <a:lnTo>
                  <a:pt x="5914" y="2360"/>
                </a:lnTo>
                <a:lnTo>
                  <a:pt x="5719" y="2433"/>
                </a:lnTo>
                <a:lnTo>
                  <a:pt x="5549" y="2531"/>
                </a:lnTo>
                <a:lnTo>
                  <a:pt x="5378" y="2652"/>
                </a:lnTo>
                <a:lnTo>
                  <a:pt x="5135" y="2847"/>
                </a:lnTo>
                <a:lnTo>
                  <a:pt x="4770" y="3115"/>
                </a:lnTo>
                <a:lnTo>
                  <a:pt x="4600" y="3236"/>
                </a:lnTo>
                <a:lnTo>
                  <a:pt x="4405" y="3358"/>
                </a:lnTo>
                <a:lnTo>
                  <a:pt x="4283" y="3407"/>
                </a:lnTo>
                <a:lnTo>
                  <a:pt x="4113" y="3431"/>
                </a:lnTo>
                <a:lnTo>
                  <a:pt x="3967" y="3455"/>
                </a:lnTo>
                <a:lnTo>
                  <a:pt x="3797" y="3431"/>
                </a:lnTo>
                <a:lnTo>
                  <a:pt x="3456" y="3358"/>
                </a:lnTo>
                <a:lnTo>
                  <a:pt x="3140" y="3261"/>
                </a:lnTo>
                <a:lnTo>
                  <a:pt x="3383" y="3017"/>
                </a:lnTo>
                <a:lnTo>
                  <a:pt x="3651" y="2774"/>
                </a:lnTo>
                <a:lnTo>
                  <a:pt x="3918" y="2555"/>
                </a:lnTo>
                <a:lnTo>
                  <a:pt x="4186" y="2336"/>
                </a:lnTo>
                <a:lnTo>
                  <a:pt x="4478" y="2141"/>
                </a:lnTo>
                <a:lnTo>
                  <a:pt x="4770" y="1947"/>
                </a:lnTo>
                <a:lnTo>
                  <a:pt x="5062" y="1776"/>
                </a:lnTo>
                <a:lnTo>
                  <a:pt x="5378" y="1630"/>
                </a:lnTo>
                <a:lnTo>
                  <a:pt x="5719" y="1484"/>
                </a:lnTo>
                <a:lnTo>
                  <a:pt x="6084" y="1363"/>
                </a:lnTo>
                <a:lnTo>
                  <a:pt x="6814" y="1144"/>
                </a:lnTo>
                <a:lnTo>
                  <a:pt x="7544" y="949"/>
                </a:lnTo>
                <a:lnTo>
                  <a:pt x="8298" y="779"/>
                </a:lnTo>
                <a:lnTo>
                  <a:pt x="8323" y="803"/>
                </a:lnTo>
                <a:lnTo>
                  <a:pt x="8736" y="803"/>
                </a:lnTo>
                <a:lnTo>
                  <a:pt x="9685" y="779"/>
                </a:lnTo>
                <a:lnTo>
                  <a:pt x="10245" y="754"/>
                </a:lnTo>
                <a:close/>
                <a:moveTo>
                  <a:pt x="9588" y="0"/>
                </a:moveTo>
                <a:lnTo>
                  <a:pt x="9174" y="24"/>
                </a:lnTo>
                <a:lnTo>
                  <a:pt x="8761" y="122"/>
                </a:lnTo>
                <a:lnTo>
                  <a:pt x="7958" y="292"/>
                </a:lnTo>
                <a:lnTo>
                  <a:pt x="6984" y="511"/>
                </a:lnTo>
                <a:lnTo>
                  <a:pt x="6498" y="657"/>
                </a:lnTo>
                <a:lnTo>
                  <a:pt x="6035" y="779"/>
                </a:lnTo>
                <a:lnTo>
                  <a:pt x="5573" y="949"/>
                </a:lnTo>
                <a:lnTo>
                  <a:pt x="5135" y="1119"/>
                </a:lnTo>
                <a:lnTo>
                  <a:pt x="4721" y="1314"/>
                </a:lnTo>
                <a:lnTo>
                  <a:pt x="4332" y="1557"/>
                </a:lnTo>
                <a:lnTo>
                  <a:pt x="3943" y="1801"/>
                </a:lnTo>
                <a:lnTo>
                  <a:pt x="3578" y="2093"/>
                </a:lnTo>
                <a:lnTo>
                  <a:pt x="3213" y="2385"/>
                </a:lnTo>
                <a:lnTo>
                  <a:pt x="2872" y="2725"/>
                </a:lnTo>
                <a:lnTo>
                  <a:pt x="2580" y="3042"/>
                </a:lnTo>
                <a:lnTo>
                  <a:pt x="2288" y="3358"/>
                </a:lnTo>
                <a:lnTo>
                  <a:pt x="2021" y="3699"/>
                </a:lnTo>
                <a:lnTo>
                  <a:pt x="1777" y="4064"/>
                </a:lnTo>
                <a:lnTo>
                  <a:pt x="1534" y="4429"/>
                </a:lnTo>
                <a:lnTo>
                  <a:pt x="1315" y="4794"/>
                </a:lnTo>
                <a:lnTo>
                  <a:pt x="1120" y="5159"/>
                </a:lnTo>
                <a:lnTo>
                  <a:pt x="926" y="5548"/>
                </a:lnTo>
                <a:lnTo>
                  <a:pt x="780" y="5961"/>
                </a:lnTo>
                <a:lnTo>
                  <a:pt x="609" y="6351"/>
                </a:lnTo>
                <a:lnTo>
                  <a:pt x="488" y="6764"/>
                </a:lnTo>
                <a:lnTo>
                  <a:pt x="366" y="7178"/>
                </a:lnTo>
                <a:lnTo>
                  <a:pt x="269" y="7616"/>
                </a:lnTo>
                <a:lnTo>
                  <a:pt x="196" y="8030"/>
                </a:lnTo>
                <a:lnTo>
                  <a:pt x="123" y="8468"/>
                </a:lnTo>
                <a:lnTo>
                  <a:pt x="74" y="8906"/>
                </a:lnTo>
                <a:lnTo>
                  <a:pt x="25" y="9344"/>
                </a:lnTo>
                <a:lnTo>
                  <a:pt x="1" y="9782"/>
                </a:lnTo>
                <a:lnTo>
                  <a:pt x="25" y="10220"/>
                </a:lnTo>
                <a:lnTo>
                  <a:pt x="50" y="10633"/>
                </a:lnTo>
                <a:lnTo>
                  <a:pt x="98" y="11071"/>
                </a:lnTo>
                <a:lnTo>
                  <a:pt x="171" y="11485"/>
                </a:lnTo>
                <a:lnTo>
                  <a:pt x="244" y="11899"/>
                </a:lnTo>
                <a:lnTo>
                  <a:pt x="366" y="12288"/>
                </a:lnTo>
                <a:lnTo>
                  <a:pt x="488" y="12677"/>
                </a:lnTo>
                <a:lnTo>
                  <a:pt x="634" y="13067"/>
                </a:lnTo>
                <a:lnTo>
                  <a:pt x="804" y="13456"/>
                </a:lnTo>
                <a:lnTo>
                  <a:pt x="974" y="13821"/>
                </a:lnTo>
                <a:lnTo>
                  <a:pt x="1169" y="14186"/>
                </a:lnTo>
                <a:lnTo>
                  <a:pt x="1388" y="14526"/>
                </a:lnTo>
                <a:lnTo>
                  <a:pt x="1607" y="14891"/>
                </a:lnTo>
                <a:lnTo>
                  <a:pt x="1850" y="15208"/>
                </a:lnTo>
                <a:lnTo>
                  <a:pt x="2118" y="15548"/>
                </a:lnTo>
                <a:lnTo>
                  <a:pt x="2386" y="15840"/>
                </a:lnTo>
                <a:lnTo>
                  <a:pt x="2653" y="16157"/>
                </a:lnTo>
                <a:lnTo>
                  <a:pt x="2945" y="16449"/>
                </a:lnTo>
                <a:lnTo>
                  <a:pt x="3261" y="16741"/>
                </a:lnTo>
                <a:lnTo>
                  <a:pt x="3578" y="17008"/>
                </a:lnTo>
                <a:lnTo>
                  <a:pt x="3918" y="17252"/>
                </a:lnTo>
                <a:lnTo>
                  <a:pt x="4259" y="17495"/>
                </a:lnTo>
                <a:lnTo>
                  <a:pt x="4600" y="17738"/>
                </a:lnTo>
                <a:lnTo>
                  <a:pt x="4965" y="17957"/>
                </a:lnTo>
                <a:lnTo>
                  <a:pt x="5330" y="18176"/>
                </a:lnTo>
                <a:lnTo>
                  <a:pt x="5719" y="18371"/>
                </a:lnTo>
                <a:lnTo>
                  <a:pt x="6108" y="18541"/>
                </a:lnTo>
                <a:lnTo>
                  <a:pt x="6498" y="18712"/>
                </a:lnTo>
                <a:lnTo>
                  <a:pt x="6911" y="18858"/>
                </a:lnTo>
                <a:lnTo>
                  <a:pt x="7301" y="19004"/>
                </a:lnTo>
                <a:lnTo>
                  <a:pt x="7860" y="19150"/>
                </a:lnTo>
                <a:lnTo>
                  <a:pt x="8420" y="19271"/>
                </a:lnTo>
                <a:lnTo>
                  <a:pt x="8712" y="19320"/>
                </a:lnTo>
                <a:lnTo>
                  <a:pt x="8980" y="19344"/>
                </a:lnTo>
                <a:lnTo>
                  <a:pt x="9272" y="19344"/>
                </a:lnTo>
                <a:lnTo>
                  <a:pt x="9564" y="19320"/>
                </a:lnTo>
                <a:lnTo>
                  <a:pt x="9637" y="19344"/>
                </a:lnTo>
                <a:lnTo>
                  <a:pt x="10050" y="19296"/>
                </a:lnTo>
                <a:lnTo>
                  <a:pt x="10440" y="19223"/>
                </a:lnTo>
                <a:lnTo>
                  <a:pt x="11267" y="19028"/>
                </a:lnTo>
                <a:lnTo>
                  <a:pt x="12240" y="18809"/>
                </a:lnTo>
                <a:lnTo>
                  <a:pt x="12702" y="18687"/>
                </a:lnTo>
                <a:lnTo>
                  <a:pt x="13189" y="18566"/>
                </a:lnTo>
                <a:lnTo>
                  <a:pt x="13627" y="18395"/>
                </a:lnTo>
                <a:lnTo>
                  <a:pt x="14065" y="18225"/>
                </a:lnTo>
                <a:lnTo>
                  <a:pt x="14479" y="18006"/>
                </a:lnTo>
                <a:lnTo>
                  <a:pt x="14868" y="17787"/>
                </a:lnTo>
                <a:lnTo>
                  <a:pt x="15257" y="17519"/>
                </a:lnTo>
                <a:lnTo>
                  <a:pt x="15622" y="17252"/>
                </a:lnTo>
                <a:lnTo>
                  <a:pt x="15987" y="16960"/>
                </a:lnTo>
                <a:lnTo>
                  <a:pt x="16328" y="16619"/>
                </a:lnTo>
                <a:lnTo>
                  <a:pt x="16425" y="16522"/>
                </a:lnTo>
                <a:lnTo>
                  <a:pt x="16450" y="16522"/>
                </a:lnTo>
                <a:lnTo>
                  <a:pt x="16474" y="16473"/>
                </a:lnTo>
                <a:lnTo>
                  <a:pt x="16498" y="16449"/>
                </a:lnTo>
                <a:lnTo>
                  <a:pt x="16985" y="15913"/>
                </a:lnTo>
                <a:lnTo>
                  <a:pt x="17399" y="15354"/>
                </a:lnTo>
                <a:lnTo>
                  <a:pt x="17788" y="14745"/>
                </a:lnTo>
                <a:lnTo>
                  <a:pt x="18104" y="14137"/>
                </a:lnTo>
                <a:lnTo>
                  <a:pt x="18396" y="13505"/>
                </a:lnTo>
                <a:lnTo>
                  <a:pt x="18640" y="12823"/>
                </a:lnTo>
                <a:lnTo>
                  <a:pt x="18834" y="12166"/>
                </a:lnTo>
                <a:lnTo>
                  <a:pt x="19004" y="11461"/>
                </a:lnTo>
                <a:lnTo>
                  <a:pt x="19029" y="11412"/>
                </a:lnTo>
                <a:lnTo>
                  <a:pt x="19053" y="11339"/>
                </a:lnTo>
                <a:lnTo>
                  <a:pt x="19053" y="11290"/>
                </a:lnTo>
                <a:lnTo>
                  <a:pt x="19029" y="11217"/>
                </a:lnTo>
                <a:lnTo>
                  <a:pt x="19150" y="10439"/>
                </a:lnTo>
                <a:lnTo>
                  <a:pt x="19199" y="9903"/>
                </a:lnTo>
                <a:lnTo>
                  <a:pt x="19199" y="9344"/>
                </a:lnTo>
                <a:lnTo>
                  <a:pt x="19175" y="8833"/>
                </a:lnTo>
                <a:lnTo>
                  <a:pt x="19126" y="8297"/>
                </a:lnTo>
                <a:lnTo>
                  <a:pt x="19150" y="8224"/>
                </a:lnTo>
                <a:lnTo>
                  <a:pt x="19150" y="8151"/>
                </a:lnTo>
                <a:lnTo>
                  <a:pt x="19126" y="8078"/>
                </a:lnTo>
                <a:lnTo>
                  <a:pt x="19077" y="8005"/>
                </a:lnTo>
                <a:lnTo>
                  <a:pt x="19004" y="7616"/>
                </a:lnTo>
                <a:lnTo>
                  <a:pt x="18907" y="7227"/>
                </a:lnTo>
                <a:lnTo>
                  <a:pt x="18785" y="6862"/>
                </a:lnTo>
                <a:lnTo>
                  <a:pt x="18664" y="6472"/>
                </a:lnTo>
                <a:lnTo>
                  <a:pt x="18518" y="6107"/>
                </a:lnTo>
                <a:lnTo>
                  <a:pt x="18348" y="5767"/>
                </a:lnTo>
                <a:lnTo>
                  <a:pt x="18177" y="5402"/>
                </a:lnTo>
                <a:lnTo>
                  <a:pt x="17983" y="5061"/>
                </a:lnTo>
                <a:lnTo>
                  <a:pt x="17764" y="4721"/>
                </a:lnTo>
                <a:lnTo>
                  <a:pt x="17545" y="4404"/>
                </a:lnTo>
                <a:lnTo>
                  <a:pt x="17326" y="4088"/>
                </a:lnTo>
                <a:lnTo>
                  <a:pt x="17082" y="3772"/>
                </a:lnTo>
                <a:lnTo>
                  <a:pt x="16815" y="3480"/>
                </a:lnTo>
                <a:lnTo>
                  <a:pt x="16547" y="3188"/>
                </a:lnTo>
                <a:lnTo>
                  <a:pt x="16255" y="2896"/>
                </a:lnTo>
                <a:lnTo>
                  <a:pt x="15963" y="2628"/>
                </a:lnTo>
                <a:lnTo>
                  <a:pt x="16036" y="2579"/>
                </a:lnTo>
                <a:lnTo>
                  <a:pt x="16060" y="2555"/>
                </a:lnTo>
                <a:lnTo>
                  <a:pt x="16085" y="2506"/>
                </a:lnTo>
                <a:lnTo>
                  <a:pt x="16060" y="2433"/>
                </a:lnTo>
                <a:lnTo>
                  <a:pt x="16012" y="2360"/>
                </a:lnTo>
                <a:lnTo>
                  <a:pt x="15939" y="2336"/>
                </a:lnTo>
                <a:lnTo>
                  <a:pt x="15793" y="2336"/>
                </a:lnTo>
                <a:lnTo>
                  <a:pt x="15647" y="2360"/>
                </a:lnTo>
                <a:lnTo>
                  <a:pt x="15209" y="2020"/>
                </a:lnTo>
                <a:lnTo>
                  <a:pt x="15257" y="1947"/>
                </a:lnTo>
                <a:lnTo>
                  <a:pt x="15282" y="1898"/>
                </a:lnTo>
                <a:lnTo>
                  <a:pt x="15282" y="1849"/>
                </a:lnTo>
                <a:lnTo>
                  <a:pt x="15257" y="1825"/>
                </a:lnTo>
                <a:lnTo>
                  <a:pt x="15160" y="1776"/>
                </a:lnTo>
                <a:lnTo>
                  <a:pt x="15063" y="1752"/>
                </a:lnTo>
                <a:lnTo>
                  <a:pt x="14844" y="1752"/>
                </a:lnTo>
                <a:lnTo>
                  <a:pt x="14162" y="1338"/>
                </a:lnTo>
                <a:lnTo>
                  <a:pt x="13432" y="949"/>
                </a:lnTo>
                <a:lnTo>
                  <a:pt x="13067" y="779"/>
                </a:lnTo>
                <a:lnTo>
                  <a:pt x="12678" y="608"/>
                </a:lnTo>
                <a:lnTo>
                  <a:pt x="12289" y="462"/>
                </a:lnTo>
                <a:lnTo>
                  <a:pt x="11899" y="341"/>
                </a:lnTo>
                <a:lnTo>
                  <a:pt x="11364" y="170"/>
                </a:lnTo>
                <a:lnTo>
                  <a:pt x="10780" y="73"/>
                </a:lnTo>
                <a:lnTo>
                  <a:pt x="10513" y="24"/>
                </a:lnTo>
                <a:lnTo>
                  <a:pt x="10221" y="0"/>
                </a:lnTo>
                <a:lnTo>
                  <a:pt x="9929" y="0"/>
                </a:lnTo>
                <a:lnTo>
                  <a:pt x="9637" y="24"/>
                </a:lnTo>
                <a:lnTo>
                  <a:pt x="958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D9EEB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7"/>
          <p:cNvSpPr txBox="1">
            <a:spLocks noGrp="1"/>
          </p:cNvSpPr>
          <p:nvPr>
            <p:ph type="ctrTitle" idx="4294967295"/>
          </p:nvPr>
        </p:nvSpPr>
        <p:spPr>
          <a:xfrm>
            <a:off x="1605225" y="594943"/>
            <a:ext cx="5933700" cy="89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$129</a:t>
            </a:r>
            <a:endParaRPr sz="4800"/>
          </a:p>
        </p:txBody>
      </p:sp>
      <p:sp>
        <p:nvSpPr>
          <p:cNvPr id="574" name="Google Shape;574;p17"/>
          <p:cNvSpPr txBox="1">
            <a:spLocks noGrp="1"/>
          </p:cNvSpPr>
          <p:nvPr>
            <p:ph type="subTitle" idx="4294967295"/>
          </p:nvPr>
        </p:nvSpPr>
        <p:spPr>
          <a:xfrm>
            <a:off x="1605225" y="1205851"/>
            <a:ext cx="59337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Average error between train/test data (RSME)</a:t>
            </a:r>
            <a:endParaRPr sz="1800"/>
          </a:p>
        </p:txBody>
      </p:sp>
      <p:sp>
        <p:nvSpPr>
          <p:cNvPr id="575" name="Google Shape;575;p17"/>
          <p:cNvSpPr txBox="1">
            <a:spLocks noGrp="1"/>
          </p:cNvSpPr>
          <p:nvPr>
            <p:ph type="subTitle" idx="4294967295"/>
          </p:nvPr>
        </p:nvSpPr>
        <p:spPr>
          <a:xfrm>
            <a:off x="1605225" y="3322048"/>
            <a:ext cx="59337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Not ideal, but there are many factors that could improve this.</a:t>
            </a:r>
            <a:endParaRPr sz="18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Pictures, Reviews, Availability</a:t>
            </a:r>
            <a:endParaRPr sz="1800"/>
          </a:p>
        </p:txBody>
      </p:sp>
      <p:sp>
        <p:nvSpPr>
          <p:cNvPr id="576" name="Google Shape;576;p17"/>
          <p:cNvSpPr txBox="1">
            <a:spLocks noGrp="1"/>
          </p:cNvSpPr>
          <p:nvPr>
            <p:ph type="ctrTitle" idx="4294967295"/>
          </p:nvPr>
        </p:nvSpPr>
        <p:spPr>
          <a:xfrm>
            <a:off x="1605225" y="1991375"/>
            <a:ext cx="5933700" cy="89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71%</a:t>
            </a:r>
            <a:endParaRPr sz="4800"/>
          </a:p>
        </p:txBody>
      </p:sp>
      <p:sp>
        <p:nvSpPr>
          <p:cNvPr id="577" name="Google Shape;577;p17"/>
          <p:cNvSpPr txBox="1">
            <a:spLocks noGrp="1"/>
          </p:cNvSpPr>
          <p:nvPr>
            <p:ph type="subTitle" idx="4294967295"/>
          </p:nvPr>
        </p:nvSpPr>
        <p:spPr>
          <a:xfrm>
            <a:off x="1605225" y="2602283"/>
            <a:ext cx="5933700" cy="4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Of variance explained (R2)</a:t>
            </a:r>
            <a:endParaRPr sz="1800"/>
          </a:p>
        </p:txBody>
      </p:sp>
      <p:grpSp>
        <p:nvGrpSpPr>
          <p:cNvPr id="578" name="Google Shape;578;p17"/>
          <p:cNvGrpSpPr/>
          <p:nvPr/>
        </p:nvGrpSpPr>
        <p:grpSpPr>
          <a:xfrm>
            <a:off x="1553100" y="1868593"/>
            <a:ext cx="6037800" cy="1406314"/>
            <a:chOff x="1553100" y="2807121"/>
            <a:chExt cx="6037800" cy="1406314"/>
          </a:xfrm>
        </p:grpSpPr>
        <p:cxnSp>
          <p:nvCxnSpPr>
            <p:cNvPr id="579" name="Google Shape;579;p17"/>
            <p:cNvCxnSpPr/>
            <p:nvPr/>
          </p:nvCxnSpPr>
          <p:spPr>
            <a:xfrm>
              <a:off x="1553100" y="2807121"/>
              <a:ext cx="6037800" cy="0"/>
            </a:xfrm>
            <a:prstGeom prst="straightConnector1">
              <a:avLst/>
            </a:prstGeom>
            <a:noFill/>
            <a:ln w="19050" cap="rnd" cmpd="sng">
              <a:solidFill>
                <a:srgbClr val="A4C2F4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80" name="Google Shape;580;p17"/>
            <p:cNvCxnSpPr/>
            <p:nvPr/>
          </p:nvCxnSpPr>
          <p:spPr>
            <a:xfrm>
              <a:off x="1553100" y="4213436"/>
              <a:ext cx="6037800" cy="0"/>
            </a:xfrm>
            <a:prstGeom prst="straightConnector1">
              <a:avLst/>
            </a:prstGeom>
            <a:noFill/>
            <a:ln w="19050" cap="rnd" cmpd="sng">
              <a:solidFill>
                <a:srgbClr val="A4C2F4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581" name="Google Shape;581;p17"/>
          <p:cNvSpPr txBox="1">
            <a:spLocks noGrp="1"/>
          </p:cNvSpPr>
          <p:nvPr>
            <p:ph type="sldNum" idx="12"/>
          </p:nvPr>
        </p:nvSpPr>
        <p:spPr>
          <a:xfrm>
            <a:off x="4297650" y="4853299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8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Influential Factors</a:t>
            </a:r>
            <a:endParaRPr/>
          </a:p>
        </p:txBody>
      </p:sp>
      <p:sp>
        <p:nvSpPr>
          <p:cNvPr id="587" name="Google Shape;587;p18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588" name="Google Shape;5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8186" y="1348800"/>
            <a:ext cx="5739874" cy="2662324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18"/>
          <p:cNvSpPr/>
          <p:nvPr/>
        </p:nvSpPr>
        <p:spPr>
          <a:xfrm flipH="1">
            <a:off x="2721121" y="559410"/>
            <a:ext cx="373327" cy="376518"/>
          </a:xfrm>
          <a:custGeom>
            <a:avLst/>
            <a:gdLst/>
            <a:ahLst/>
            <a:cxnLst/>
            <a:rect l="l" t="t" r="r" b="b"/>
            <a:pathLst>
              <a:path w="17082" h="17228" extrusionOk="0">
                <a:moveTo>
                  <a:pt x="6497" y="2993"/>
                </a:moveTo>
                <a:lnTo>
                  <a:pt x="6400" y="3042"/>
                </a:lnTo>
                <a:lnTo>
                  <a:pt x="6302" y="3090"/>
                </a:lnTo>
                <a:lnTo>
                  <a:pt x="6229" y="3212"/>
                </a:lnTo>
                <a:lnTo>
                  <a:pt x="6229" y="3285"/>
                </a:lnTo>
                <a:lnTo>
                  <a:pt x="6254" y="3334"/>
                </a:lnTo>
                <a:lnTo>
                  <a:pt x="6278" y="3407"/>
                </a:lnTo>
                <a:lnTo>
                  <a:pt x="6351" y="3455"/>
                </a:lnTo>
                <a:lnTo>
                  <a:pt x="6400" y="3480"/>
                </a:lnTo>
                <a:lnTo>
                  <a:pt x="6643" y="3480"/>
                </a:lnTo>
                <a:lnTo>
                  <a:pt x="6692" y="3504"/>
                </a:lnTo>
                <a:lnTo>
                  <a:pt x="6911" y="3504"/>
                </a:lnTo>
                <a:lnTo>
                  <a:pt x="6959" y="3480"/>
                </a:lnTo>
                <a:lnTo>
                  <a:pt x="7008" y="3455"/>
                </a:lnTo>
                <a:lnTo>
                  <a:pt x="7057" y="3407"/>
                </a:lnTo>
                <a:lnTo>
                  <a:pt x="7057" y="3334"/>
                </a:lnTo>
                <a:lnTo>
                  <a:pt x="7057" y="3212"/>
                </a:lnTo>
                <a:lnTo>
                  <a:pt x="7032" y="3163"/>
                </a:lnTo>
                <a:lnTo>
                  <a:pt x="7008" y="3115"/>
                </a:lnTo>
                <a:lnTo>
                  <a:pt x="6935" y="3042"/>
                </a:lnTo>
                <a:lnTo>
                  <a:pt x="6838" y="3017"/>
                </a:lnTo>
                <a:lnTo>
                  <a:pt x="6716" y="2993"/>
                </a:lnTo>
                <a:close/>
                <a:moveTo>
                  <a:pt x="5743" y="3236"/>
                </a:moveTo>
                <a:lnTo>
                  <a:pt x="5670" y="3261"/>
                </a:lnTo>
                <a:lnTo>
                  <a:pt x="5402" y="3358"/>
                </a:lnTo>
                <a:lnTo>
                  <a:pt x="5134" y="3480"/>
                </a:lnTo>
                <a:lnTo>
                  <a:pt x="4891" y="3601"/>
                </a:lnTo>
                <a:lnTo>
                  <a:pt x="4672" y="3747"/>
                </a:lnTo>
                <a:lnTo>
                  <a:pt x="4453" y="3918"/>
                </a:lnTo>
                <a:lnTo>
                  <a:pt x="4234" y="4088"/>
                </a:lnTo>
                <a:lnTo>
                  <a:pt x="4039" y="4283"/>
                </a:lnTo>
                <a:lnTo>
                  <a:pt x="3869" y="4477"/>
                </a:lnTo>
                <a:lnTo>
                  <a:pt x="3699" y="4696"/>
                </a:lnTo>
                <a:lnTo>
                  <a:pt x="3553" y="4940"/>
                </a:lnTo>
                <a:lnTo>
                  <a:pt x="3431" y="5159"/>
                </a:lnTo>
                <a:lnTo>
                  <a:pt x="3309" y="5402"/>
                </a:lnTo>
                <a:lnTo>
                  <a:pt x="3236" y="5670"/>
                </a:lnTo>
                <a:lnTo>
                  <a:pt x="3163" y="5937"/>
                </a:lnTo>
                <a:lnTo>
                  <a:pt x="3115" y="6229"/>
                </a:lnTo>
                <a:lnTo>
                  <a:pt x="3090" y="6497"/>
                </a:lnTo>
                <a:lnTo>
                  <a:pt x="3090" y="6546"/>
                </a:lnTo>
                <a:lnTo>
                  <a:pt x="3115" y="6594"/>
                </a:lnTo>
                <a:lnTo>
                  <a:pt x="3188" y="6667"/>
                </a:lnTo>
                <a:lnTo>
                  <a:pt x="3261" y="6716"/>
                </a:lnTo>
                <a:lnTo>
                  <a:pt x="3285" y="6716"/>
                </a:lnTo>
                <a:lnTo>
                  <a:pt x="3309" y="6692"/>
                </a:lnTo>
                <a:lnTo>
                  <a:pt x="3382" y="6667"/>
                </a:lnTo>
                <a:lnTo>
                  <a:pt x="3431" y="6594"/>
                </a:lnTo>
                <a:lnTo>
                  <a:pt x="3480" y="6546"/>
                </a:lnTo>
                <a:lnTo>
                  <a:pt x="3504" y="6473"/>
                </a:lnTo>
                <a:lnTo>
                  <a:pt x="3528" y="6156"/>
                </a:lnTo>
                <a:lnTo>
                  <a:pt x="3601" y="5864"/>
                </a:lnTo>
                <a:lnTo>
                  <a:pt x="3699" y="5597"/>
                </a:lnTo>
                <a:lnTo>
                  <a:pt x="3820" y="5353"/>
                </a:lnTo>
                <a:lnTo>
                  <a:pt x="3966" y="5086"/>
                </a:lnTo>
                <a:lnTo>
                  <a:pt x="4137" y="4867"/>
                </a:lnTo>
                <a:lnTo>
                  <a:pt x="4307" y="4623"/>
                </a:lnTo>
                <a:lnTo>
                  <a:pt x="4526" y="4429"/>
                </a:lnTo>
                <a:lnTo>
                  <a:pt x="4745" y="4234"/>
                </a:lnTo>
                <a:lnTo>
                  <a:pt x="4988" y="4088"/>
                </a:lnTo>
                <a:lnTo>
                  <a:pt x="5256" y="3942"/>
                </a:lnTo>
                <a:lnTo>
                  <a:pt x="5499" y="3796"/>
                </a:lnTo>
                <a:lnTo>
                  <a:pt x="5767" y="3699"/>
                </a:lnTo>
                <a:lnTo>
                  <a:pt x="5864" y="3650"/>
                </a:lnTo>
                <a:lnTo>
                  <a:pt x="5913" y="3577"/>
                </a:lnTo>
                <a:lnTo>
                  <a:pt x="5937" y="3504"/>
                </a:lnTo>
                <a:lnTo>
                  <a:pt x="5937" y="3407"/>
                </a:lnTo>
                <a:lnTo>
                  <a:pt x="5889" y="3334"/>
                </a:lnTo>
                <a:lnTo>
                  <a:pt x="5840" y="3285"/>
                </a:lnTo>
                <a:lnTo>
                  <a:pt x="5743" y="3236"/>
                </a:lnTo>
                <a:close/>
                <a:moveTo>
                  <a:pt x="7324" y="1971"/>
                </a:moveTo>
                <a:lnTo>
                  <a:pt x="7787" y="2020"/>
                </a:lnTo>
                <a:lnTo>
                  <a:pt x="8249" y="2141"/>
                </a:lnTo>
                <a:lnTo>
                  <a:pt x="8687" y="2312"/>
                </a:lnTo>
                <a:lnTo>
                  <a:pt x="9101" y="2506"/>
                </a:lnTo>
                <a:lnTo>
                  <a:pt x="9490" y="2774"/>
                </a:lnTo>
                <a:lnTo>
                  <a:pt x="9879" y="3066"/>
                </a:lnTo>
                <a:lnTo>
                  <a:pt x="10220" y="3431"/>
                </a:lnTo>
                <a:lnTo>
                  <a:pt x="10512" y="3820"/>
                </a:lnTo>
                <a:lnTo>
                  <a:pt x="10707" y="4088"/>
                </a:lnTo>
                <a:lnTo>
                  <a:pt x="10877" y="4380"/>
                </a:lnTo>
                <a:lnTo>
                  <a:pt x="11023" y="4696"/>
                </a:lnTo>
                <a:lnTo>
                  <a:pt x="11120" y="5013"/>
                </a:lnTo>
                <a:lnTo>
                  <a:pt x="11217" y="5329"/>
                </a:lnTo>
                <a:lnTo>
                  <a:pt x="11266" y="5645"/>
                </a:lnTo>
                <a:lnTo>
                  <a:pt x="11315" y="5986"/>
                </a:lnTo>
                <a:lnTo>
                  <a:pt x="11315" y="6302"/>
                </a:lnTo>
                <a:lnTo>
                  <a:pt x="11315" y="6643"/>
                </a:lnTo>
                <a:lnTo>
                  <a:pt x="11266" y="6959"/>
                </a:lnTo>
                <a:lnTo>
                  <a:pt x="11217" y="7300"/>
                </a:lnTo>
                <a:lnTo>
                  <a:pt x="11144" y="7616"/>
                </a:lnTo>
                <a:lnTo>
                  <a:pt x="11047" y="7932"/>
                </a:lnTo>
                <a:lnTo>
                  <a:pt x="10925" y="8249"/>
                </a:lnTo>
                <a:lnTo>
                  <a:pt x="10780" y="8565"/>
                </a:lnTo>
                <a:lnTo>
                  <a:pt x="10634" y="8857"/>
                </a:lnTo>
                <a:lnTo>
                  <a:pt x="10439" y="9173"/>
                </a:lnTo>
                <a:lnTo>
                  <a:pt x="10220" y="9490"/>
                </a:lnTo>
                <a:lnTo>
                  <a:pt x="9977" y="9757"/>
                </a:lnTo>
                <a:lnTo>
                  <a:pt x="9733" y="10025"/>
                </a:lnTo>
                <a:lnTo>
                  <a:pt x="9441" y="10268"/>
                </a:lnTo>
                <a:lnTo>
                  <a:pt x="9149" y="10487"/>
                </a:lnTo>
                <a:lnTo>
                  <a:pt x="8857" y="10682"/>
                </a:lnTo>
                <a:lnTo>
                  <a:pt x="8541" y="10852"/>
                </a:lnTo>
                <a:lnTo>
                  <a:pt x="8200" y="10998"/>
                </a:lnTo>
                <a:lnTo>
                  <a:pt x="7860" y="11120"/>
                </a:lnTo>
                <a:lnTo>
                  <a:pt x="7519" y="11193"/>
                </a:lnTo>
                <a:lnTo>
                  <a:pt x="7154" y="11242"/>
                </a:lnTo>
                <a:lnTo>
                  <a:pt x="6789" y="11266"/>
                </a:lnTo>
                <a:lnTo>
                  <a:pt x="6424" y="11242"/>
                </a:lnTo>
                <a:lnTo>
                  <a:pt x="6059" y="11193"/>
                </a:lnTo>
                <a:lnTo>
                  <a:pt x="5670" y="11096"/>
                </a:lnTo>
                <a:lnTo>
                  <a:pt x="5353" y="10998"/>
                </a:lnTo>
                <a:lnTo>
                  <a:pt x="5037" y="10877"/>
                </a:lnTo>
                <a:lnTo>
                  <a:pt x="4721" y="10731"/>
                </a:lnTo>
                <a:lnTo>
                  <a:pt x="4404" y="10560"/>
                </a:lnTo>
                <a:lnTo>
                  <a:pt x="4112" y="10390"/>
                </a:lnTo>
                <a:lnTo>
                  <a:pt x="3820" y="10171"/>
                </a:lnTo>
                <a:lnTo>
                  <a:pt x="3553" y="9952"/>
                </a:lnTo>
                <a:lnTo>
                  <a:pt x="3285" y="9733"/>
                </a:lnTo>
                <a:lnTo>
                  <a:pt x="3042" y="9490"/>
                </a:lnTo>
                <a:lnTo>
                  <a:pt x="2823" y="9222"/>
                </a:lnTo>
                <a:lnTo>
                  <a:pt x="2628" y="8930"/>
                </a:lnTo>
                <a:lnTo>
                  <a:pt x="2434" y="8638"/>
                </a:lnTo>
                <a:lnTo>
                  <a:pt x="2288" y="8346"/>
                </a:lnTo>
                <a:lnTo>
                  <a:pt x="2142" y="8030"/>
                </a:lnTo>
                <a:lnTo>
                  <a:pt x="2044" y="7689"/>
                </a:lnTo>
                <a:lnTo>
                  <a:pt x="1971" y="7349"/>
                </a:lnTo>
                <a:lnTo>
                  <a:pt x="1947" y="7057"/>
                </a:lnTo>
                <a:lnTo>
                  <a:pt x="1923" y="6765"/>
                </a:lnTo>
                <a:lnTo>
                  <a:pt x="1923" y="6497"/>
                </a:lnTo>
                <a:lnTo>
                  <a:pt x="1947" y="6205"/>
                </a:lnTo>
                <a:lnTo>
                  <a:pt x="1996" y="5937"/>
                </a:lnTo>
                <a:lnTo>
                  <a:pt x="2044" y="5670"/>
                </a:lnTo>
                <a:lnTo>
                  <a:pt x="2142" y="5402"/>
                </a:lnTo>
                <a:lnTo>
                  <a:pt x="2239" y="5159"/>
                </a:lnTo>
                <a:lnTo>
                  <a:pt x="2336" y="4915"/>
                </a:lnTo>
                <a:lnTo>
                  <a:pt x="2482" y="4672"/>
                </a:lnTo>
                <a:lnTo>
                  <a:pt x="2628" y="4429"/>
                </a:lnTo>
                <a:lnTo>
                  <a:pt x="2774" y="4210"/>
                </a:lnTo>
                <a:lnTo>
                  <a:pt x="2944" y="3991"/>
                </a:lnTo>
                <a:lnTo>
                  <a:pt x="3139" y="3772"/>
                </a:lnTo>
                <a:lnTo>
                  <a:pt x="3528" y="3382"/>
                </a:lnTo>
                <a:lnTo>
                  <a:pt x="3966" y="3017"/>
                </a:lnTo>
                <a:lnTo>
                  <a:pt x="4404" y="2701"/>
                </a:lnTo>
                <a:lnTo>
                  <a:pt x="4891" y="2409"/>
                </a:lnTo>
                <a:lnTo>
                  <a:pt x="5134" y="2287"/>
                </a:lnTo>
                <a:lnTo>
                  <a:pt x="5378" y="2166"/>
                </a:lnTo>
                <a:lnTo>
                  <a:pt x="5645" y="2117"/>
                </a:lnTo>
                <a:lnTo>
                  <a:pt x="6035" y="2068"/>
                </a:lnTo>
                <a:lnTo>
                  <a:pt x="6716" y="1995"/>
                </a:lnTo>
                <a:lnTo>
                  <a:pt x="7300" y="1995"/>
                </a:lnTo>
                <a:lnTo>
                  <a:pt x="7324" y="1971"/>
                </a:lnTo>
                <a:close/>
                <a:moveTo>
                  <a:pt x="6935" y="1533"/>
                </a:moveTo>
                <a:lnTo>
                  <a:pt x="6497" y="1582"/>
                </a:lnTo>
                <a:lnTo>
                  <a:pt x="6083" y="1679"/>
                </a:lnTo>
                <a:lnTo>
                  <a:pt x="5864" y="1703"/>
                </a:lnTo>
                <a:lnTo>
                  <a:pt x="5621" y="1752"/>
                </a:lnTo>
                <a:lnTo>
                  <a:pt x="5353" y="1825"/>
                </a:lnTo>
                <a:lnTo>
                  <a:pt x="5110" y="1922"/>
                </a:lnTo>
                <a:lnTo>
                  <a:pt x="4842" y="2044"/>
                </a:lnTo>
                <a:lnTo>
                  <a:pt x="4599" y="2166"/>
                </a:lnTo>
                <a:lnTo>
                  <a:pt x="4112" y="2458"/>
                </a:lnTo>
                <a:lnTo>
                  <a:pt x="3650" y="2774"/>
                </a:lnTo>
                <a:lnTo>
                  <a:pt x="3212" y="3115"/>
                </a:lnTo>
                <a:lnTo>
                  <a:pt x="2823" y="3504"/>
                </a:lnTo>
                <a:lnTo>
                  <a:pt x="2458" y="3918"/>
                </a:lnTo>
                <a:lnTo>
                  <a:pt x="2312" y="4161"/>
                </a:lnTo>
                <a:lnTo>
                  <a:pt x="2166" y="4380"/>
                </a:lnTo>
                <a:lnTo>
                  <a:pt x="2020" y="4623"/>
                </a:lnTo>
                <a:lnTo>
                  <a:pt x="1923" y="4867"/>
                </a:lnTo>
                <a:lnTo>
                  <a:pt x="1801" y="5110"/>
                </a:lnTo>
                <a:lnTo>
                  <a:pt x="1728" y="5378"/>
                </a:lnTo>
                <a:lnTo>
                  <a:pt x="1631" y="5645"/>
                </a:lnTo>
                <a:lnTo>
                  <a:pt x="1582" y="5913"/>
                </a:lnTo>
                <a:lnTo>
                  <a:pt x="1533" y="6181"/>
                </a:lnTo>
                <a:lnTo>
                  <a:pt x="1509" y="6473"/>
                </a:lnTo>
                <a:lnTo>
                  <a:pt x="1509" y="6765"/>
                </a:lnTo>
                <a:lnTo>
                  <a:pt x="1509" y="7057"/>
                </a:lnTo>
                <a:lnTo>
                  <a:pt x="1558" y="7349"/>
                </a:lnTo>
                <a:lnTo>
                  <a:pt x="1606" y="7640"/>
                </a:lnTo>
                <a:lnTo>
                  <a:pt x="1679" y="7932"/>
                </a:lnTo>
                <a:lnTo>
                  <a:pt x="1752" y="8224"/>
                </a:lnTo>
                <a:lnTo>
                  <a:pt x="1874" y="8492"/>
                </a:lnTo>
                <a:lnTo>
                  <a:pt x="1996" y="8760"/>
                </a:lnTo>
                <a:lnTo>
                  <a:pt x="2142" y="9027"/>
                </a:lnTo>
                <a:lnTo>
                  <a:pt x="2312" y="9295"/>
                </a:lnTo>
                <a:lnTo>
                  <a:pt x="2507" y="9538"/>
                </a:lnTo>
                <a:lnTo>
                  <a:pt x="2726" y="9782"/>
                </a:lnTo>
                <a:lnTo>
                  <a:pt x="2944" y="10001"/>
                </a:lnTo>
                <a:lnTo>
                  <a:pt x="3188" y="10195"/>
                </a:lnTo>
                <a:lnTo>
                  <a:pt x="3699" y="10585"/>
                </a:lnTo>
                <a:lnTo>
                  <a:pt x="3991" y="10779"/>
                </a:lnTo>
                <a:lnTo>
                  <a:pt x="4283" y="10950"/>
                </a:lnTo>
                <a:lnTo>
                  <a:pt x="4599" y="11120"/>
                </a:lnTo>
                <a:lnTo>
                  <a:pt x="4915" y="11266"/>
                </a:lnTo>
                <a:lnTo>
                  <a:pt x="5232" y="11412"/>
                </a:lnTo>
                <a:lnTo>
                  <a:pt x="5572" y="11509"/>
                </a:lnTo>
                <a:lnTo>
                  <a:pt x="5889" y="11607"/>
                </a:lnTo>
                <a:lnTo>
                  <a:pt x="6254" y="11680"/>
                </a:lnTo>
                <a:lnTo>
                  <a:pt x="6594" y="11704"/>
                </a:lnTo>
                <a:lnTo>
                  <a:pt x="6959" y="11728"/>
                </a:lnTo>
                <a:lnTo>
                  <a:pt x="7300" y="11680"/>
                </a:lnTo>
                <a:lnTo>
                  <a:pt x="7641" y="11631"/>
                </a:lnTo>
                <a:lnTo>
                  <a:pt x="7981" y="11534"/>
                </a:lnTo>
                <a:lnTo>
                  <a:pt x="8322" y="11436"/>
                </a:lnTo>
                <a:lnTo>
                  <a:pt x="8638" y="11290"/>
                </a:lnTo>
                <a:lnTo>
                  <a:pt x="8955" y="11120"/>
                </a:lnTo>
                <a:lnTo>
                  <a:pt x="9344" y="10877"/>
                </a:lnTo>
                <a:lnTo>
                  <a:pt x="9733" y="10609"/>
                </a:lnTo>
                <a:lnTo>
                  <a:pt x="10074" y="10293"/>
                </a:lnTo>
                <a:lnTo>
                  <a:pt x="10390" y="9976"/>
                </a:lnTo>
                <a:lnTo>
                  <a:pt x="10658" y="9611"/>
                </a:lnTo>
                <a:lnTo>
                  <a:pt x="10925" y="9222"/>
                </a:lnTo>
                <a:lnTo>
                  <a:pt x="11144" y="8808"/>
                </a:lnTo>
                <a:lnTo>
                  <a:pt x="11339" y="8395"/>
                </a:lnTo>
                <a:lnTo>
                  <a:pt x="11509" y="7957"/>
                </a:lnTo>
                <a:lnTo>
                  <a:pt x="11631" y="7519"/>
                </a:lnTo>
                <a:lnTo>
                  <a:pt x="11704" y="7081"/>
                </a:lnTo>
                <a:lnTo>
                  <a:pt x="11753" y="6619"/>
                </a:lnTo>
                <a:lnTo>
                  <a:pt x="11753" y="6156"/>
                </a:lnTo>
                <a:lnTo>
                  <a:pt x="11728" y="5694"/>
                </a:lnTo>
                <a:lnTo>
                  <a:pt x="11655" y="5256"/>
                </a:lnTo>
                <a:lnTo>
                  <a:pt x="11534" y="4794"/>
                </a:lnTo>
                <a:lnTo>
                  <a:pt x="11363" y="4404"/>
                </a:lnTo>
                <a:lnTo>
                  <a:pt x="11169" y="4015"/>
                </a:lnTo>
                <a:lnTo>
                  <a:pt x="10950" y="3650"/>
                </a:lnTo>
                <a:lnTo>
                  <a:pt x="10682" y="3285"/>
                </a:lnTo>
                <a:lnTo>
                  <a:pt x="10390" y="2969"/>
                </a:lnTo>
                <a:lnTo>
                  <a:pt x="10074" y="2677"/>
                </a:lnTo>
                <a:lnTo>
                  <a:pt x="9733" y="2409"/>
                </a:lnTo>
                <a:lnTo>
                  <a:pt x="9393" y="2166"/>
                </a:lnTo>
                <a:lnTo>
                  <a:pt x="9003" y="1971"/>
                </a:lnTo>
                <a:lnTo>
                  <a:pt x="8614" y="1801"/>
                </a:lnTo>
                <a:lnTo>
                  <a:pt x="8200" y="1655"/>
                </a:lnTo>
                <a:lnTo>
                  <a:pt x="7787" y="1582"/>
                </a:lnTo>
                <a:lnTo>
                  <a:pt x="7349" y="1533"/>
                </a:lnTo>
                <a:close/>
                <a:moveTo>
                  <a:pt x="12118" y="11558"/>
                </a:moveTo>
                <a:lnTo>
                  <a:pt x="12142" y="11582"/>
                </a:lnTo>
                <a:lnTo>
                  <a:pt x="11972" y="11777"/>
                </a:lnTo>
                <a:lnTo>
                  <a:pt x="12093" y="11631"/>
                </a:lnTo>
                <a:lnTo>
                  <a:pt x="12118" y="11558"/>
                </a:lnTo>
                <a:close/>
                <a:moveTo>
                  <a:pt x="6789" y="584"/>
                </a:moveTo>
                <a:lnTo>
                  <a:pt x="7154" y="608"/>
                </a:lnTo>
                <a:lnTo>
                  <a:pt x="7519" y="657"/>
                </a:lnTo>
                <a:lnTo>
                  <a:pt x="7884" y="706"/>
                </a:lnTo>
                <a:lnTo>
                  <a:pt x="8225" y="803"/>
                </a:lnTo>
                <a:lnTo>
                  <a:pt x="8565" y="900"/>
                </a:lnTo>
                <a:lnTo>
                  <a:pt x="8906" y="1022"/>
                </a:lnTo>
                <a:lnTo>
                  <a:pt x="9247" y="1144"/>
                </a:lnTo>
                <a:lnTo>
                  <a:pt x="9563" y="1314"/>
                </a:lnTo>
                <a:lnTo>
                  <a:pt x="9879" y="1484"/>
                </a:lnTo>
                <a:lnTo>
                  <a:pt x="10171" y="1679"/>
                </a:lnTo>
                <a:lnTo>
                  <a:pt x="10439" y="1874"/>
                </a:lnTo>
                <a:lnTo>
                  <a:pt x="10707" y="2093"/>
                </a:lnTo>
                <a:lnTo>
                  <a:pt x="10950" y="2312"/>
                </a:lnTo>
                <a:lnTo>
                  <a:pt x="11193" y="2555"/>
                </a:lnTo>
                <a:lnTo>
                  <a:pt x="11485" y="2896"/>
                </a:lnTo>
                <a:lnTo>
                  <a:pt x="11753" y="3261"/>
                </a:lnTo>
                <a:lnTo>
                  <a:pt x="11996" y="3626"/>
                </a:lnTo>
                <a:lnTo>
                  <a:pt x="12191" y="4015"/>
                </a:lnTo>
                <a:lnTo>
                  <a:pt x="12361" y="4404"/>
                </a:lnTo>
                <a:lnTo>
                  <a:pt x="12507" y="4818"/>
                </a:lnTo>
                <a:lnTo>
                  <a:pt x="12629" y="5232"/>
                </a:lnTo>
                <a:lnTo>
                  <a:pt x="12702" y="5645"/>
                </a:lnTo>
                <a:lnTo>
                  <a:pt x="12750" y="6059"/>
                </a:lnTo>
                <a:lnTo>
                  <a:pt x="12775" y="6473"/>
                </a:lnTo>
                <a:lnTo>
                  <a:pt x="12775" y="6911"/>
                </a:lnTo>
                <a:lnTo>
                  <a:pt x="12726" y="7324"/>
                </a:lnTo>
                <a:lnTo>
                  <a:pt x="12653" y="7762"/>
                </a:lnTo>
                <a:lnTo>
                  <a:pt x="12556" y="8176"/>
                </a:lnTo>
                <a:lnTo>
                  <a:pt x="12434" y="8589"/>
                </a:lnTo>
                <a:lnTo>
                  <a:pt x="12264" y="9003"/>
                </a:lnTo>
                <a:lnTo>
                  <a:pt x="12045" y="9465"/>
                </a:lnTo>
                <a:lnTo>
                  <a:pt x="11801" y="9903"/>
                </a:lnTo>
                <a:lnTo>
                  <a:pt x="11534" y="10293"/>
                </a:lnTo>
                <a:lnTo>
                  <a:pt x="11217" y="10682"/>
                </a:lnTo>
                <a:lnTo>
                  <a:pt x="10901" y="11047"/>
                </a:lnTo>
                <a:lnTo>
                  <a:pt x="10536" y="11388"/>
                </a:lnTo>
                <a:lnTo>
                  <a:pt x="10171" y="11680"/>
                </a:lnTo>
                <a:lnTo>
                  <a:pt x="9782" y="11947"/>
                </a:lnTo>
                <a:lnTo>
                  <a:pt x="9368" y="12191"/>
                </a:lnTo>
                <a:lnTo>
                  <a:pt x="8930" y="12385"/>
                </a:lnTo>
                <a:lnTo>
                  <a:pt x="8468" y="12556"/>
                </a:lnTo>
                <a:lnTo>
                  <a:pt x="8006" y="12677"/>
                </a:lnTo>
                <a:lnTo>
                  <a:pt x="7543" y="12750"/>
                </a:lnTo>
                <a:lnTo>
                  <a:pt x="7032" y="12775"/>
                </a:lnTo>
                <a:lnTo>
                  <a:pt x="6546" y="12775"/>
                </a:lnTo>
                <a:lnTo>
                  <a:pt x="6035" y="12702"/>
                </a:lnTo>
                <a:lnTo>
                  <a:pt x="5597" y="12604"/>
                </a:lnTo>
                <a:lnTo>
                  <a:pt x="5159" y="12483"/>
                </a:lnTo>
                <a:lnTo>
                  <a:pt x="4721" y="12337"/>
                </a:lnTo>
                <a:lnTo>
                  <a:pt x="4307" y="12166"/>
                </a:lnTo>
                <a:lnTo>
                  <a:pt x="3893" y="11947"/>
                </a:lnTo>
                <a:lnTo>
                  <a:pt x="3504" y="11728"/>
                </a:lnTo>
                <a:lnTo>
                  <a:pt x="3115" y="11485"/>
                </a:lnTo>
                <a:lnTo>
                  <a:pt x="2774" y="11193"/>
                </a:lnTo>
                <a:lnTo>
                  <a:pt x="2434" y="10901"/>
                </a:lnTo>
                <a:lnTo>
                  <a:pt x="2117" y="10560"/>
                </a:lnTo>
                <a:lnTo>
                  <a:pt x="1825" y="10220"/>
                </a:lnTo>
                <a:lnTo>
                  <a:pt x="1558" y="9855"/>
                </a:lnTo>
                <a:lnTo>
                  <a:pt x="1314" y="9465"/>
                </a:lnTo>
                <a:lnTo>
                  <a:pt x="1095" y="9052"/>
                </a:lnTo>
                <a:lnTo>
                  <a:pt x="925" y="8638"/>
                </a:lnTo>
                <a:lnTo>
                  <a:pt x="779" y="8200"/>
                </a:lnTo>
                <a:lnTo>
                  <a:pt x="682" y="7811"/>
                </a:lnTo>
                <a:lnTo>
                  <a:pt x="609" y="7446"/>
                </a:lnTo>
                <a:lnTo>
                  <a:pt x="560" y="7081"/>
                </a:lnTo>
                <a:lnTo>
                  <a:pt x="560" y="6716"/>
                </a:lnTo>
                <a:lnTo>
                  <a:pt x="560" y="6351"/>
                </a:lnTo>
                <a:lnTo>
                  <a:pt x="584" y="5986"/>
                </a:lnTo>
                <a:lnTo>
                  <a:pt x="633" y="5645"/>
                </a:lnTo>
                <a:lnTo>
                  <a:pt x="706" y="5305"/>
                </a:lnTo>
                <a:lnTo>
                  <a:pt x="803" y="4964"/>
                </a:lnTo>
                <a:lnTo>
                  <a:pt x="925" y="4648"/>
                </a:lnTo>
                <a:lnTo>
                  <a:pt x="1047" y="4307"/>
                </a:lnTo>
                <a:lnTo>
                  <a:pt x="1217" y="3991"/>
                </a:lnTo>
                <a:lnTo>
                  <a:pt x="1387" y="3674"/>
                </a:lnTo>
                <a:lnTo>
                  <a:pt x="1606" y="3382"/>
                </a:lnTo>
                <a:lnTo>
                  <a:pt x="1825" y="3090"/>
                </a:lnTo>
                <a:lnTo>
                  <a:pt x="2069" y="2798"/>
                </a:lnTo>
                <a:lnTo>
                  <a:pt x="2361" y="2506"/>
                </a:lnTo>
                <a:lnTo>
                  <a:pt x="2726" y="2190"/>
                </a:lnTo>
                <a:lnTo>
                  <a:pt x="3163" y="1849"/>
                </a:lnTo>
                <a:lnTo>
                  <a:pt x="3674" y="1509"/>
                </a:lnTo>
                <a:lnTo>
                  <a:pt x="4210" y="1217"/>
                </a:lnTo>
                <a:lnTo>
                  <a:pt x="4502" y="1071"/>
                </a:lnTo>
                <a:lnTo>
                  <a:pt x="4794" y="949"/>
                </a:lnTo>
                <a:lnTo>
                  <a:pt x="5110" y="852"/>
                </a:lnTo>
                <a:lnTo>
                  <a:pt x="5402" y="754"/>
                </a:lnTo>
                <a:lnTo>
                  <a:pt x="5718" y="681"/>
                </a:lnTo>
                <a:lnTo>
                  <a:pt x="6035" y="633"/>
                </a:lnTo>
                <a:lnTo>
                  <a:pt x="6400" y="608"/>
                </a:lnTo>
                <a:lnTo>
                  <a:pt x="6789" y="584"/>
                </a:lnTo>
                <a:close/>
                <a:moveTo>
                  <a:pt x="11704" y="10998"/>
                </a:moveTo>
                <a:lnTo>
                  <a:pt x="11923" y="11315"/>
                </a:lnTo>
                <a:lnTo>
                  <a:pt x="11874" y="11339"/>
                </a:lnTo>
                <a:lnTo>
                  <a:pt x="11850" y="11363"/>
                </a:lnTo>
                <a:lnTo>
                  <a:pt x="11607" y="11607"/>
                </a:lnTo>
                <a:lnTo>
                  <a:pt x="11339" y="11826"/>
                </a:lnTo>
                <a:lnTo>
                  <a:pt x="11071" y="11996"/>
                </a:lnTo>
                <a:lnTo>
                  <a:pt x="10950" y="12093"/>
                </a:lnTo>
                <a:lnTo>
                  <a:pt x="10925" y="12166"/>
                </a:lnTo>
                <a:lnTo>
                  <a:pt x="10901" y="12239"/>
                </a:lnTo>
                <a:lnTo>
                  <a:pt x="10901" y="12264"/>
                </a:lnTo>
                <a:lnTo>
                  <a:pt x="10974" y="12288"/>
                </a:lnTo>
                <a:lnTo>
                  <a:pt x="11047" y="12288"/>
                </a:lnTo>
                <a:lnTo>
                  <a:pt x="11217" y="12264"/>
                </a:lnTo>
                <a:lnTo>
                  <a:pt x="11363" y="12191"/>
                </a:lnTo>
                <a:lnTo>
                  <a:pt x="11509" y="12093"/>
                </a:lnTo>
                <a:lnTo>
                  <a:pt x="11826" y="11899"/>
                </a:lnTo>
                <a:lnTo>
                  <a:pt x="11972" y="11777"/>
                </a:lnTo>
                <a:lnTo>
                  <a:pt x="11850" y="11899"/>
                </a:lnTo>
                <a:lnTo>
                  <a:pt x="11728" y="11996"/>
                </a:lnTo>
                <a:lnTo>
                  <a:pt x="11485" y="12191"/>
                </a:lnTo>
                <a:lnTo>
                  <a:pt x="11363" y="12288"/>
                </a:lnTo>
                <a:lnTo>
                  <a:pt x="11339" y="12361"/>
                </a:lnTo>
                <a:lnTo>
                  <a:pt x="11339" y="12434"/>
                </a:lnTo>
                <a:lnTo>
                  <a:pt x="11363" y="12483"/>
                </a:lnTo>
                <a:lnTo>
                  <a:pt x="11412" y="12531"/>
                </a:lnTo>
                <a:lnTo>
                  <a:pt x="11485" y="12556"/>
                </a:lnTo>
                <a:lnTo>
                  <a:pt x="11558" y="12531"/>
                </a:lnTo>
                <a:lnTo>
                  <a:pt x="11728" y="12483"/>
                </a:lnTo>
                <a:lnTo>
                  <a:pt x="11874" y="12385"/>
                </a:lnTo>
                <a:lnTo>
                  <a:pt x="12020" y="12288"/>
                </a:lnTo>
                <a:lnTo>
                  <a:pt x="12239" y="12118"/>
                </a:lnTo>
                <a:lnTo>
                  <a:pt x="12361" y="12020"/>
                </a:lnTo>
                <a:lnTo>
                  <a:pt x="12434" y="11899"/>
                </a:lnTo>
                <a:lnTo>
                  <a:pt x="12507" y="11947"/>
                </a:lnTo>
                <a:lnTo>
                  <a:pt x="12288" y="12142"/>
                </a:lnTo>
                <a:lnTo>
                  <a:pt x="12069" y="12337"/>
                </a:lnTo>
                <a:lnTo>
                  <a:pt x="11826" y="12556"/>
                </a:lnTo>
                <a:lnTo>
                  <a:pt x="11728" y="12677"/>
                </a:lnTo>
                <a:lnTo>
                  <a:pt x="11655" y="12823"/>
                </a:lnTo>
                <a:lnTo>
                  <a:pt x="11631" y="12896"/>
                </a:lnTo>
                <a:lnTo>
                  <a:pt x="11680" y="12969"/>
                </a:lnTo>
                <a:lnTo>
                  <a:pt x="11753" y="12994"/>
                </a:lnTo>
                <a:lnTo>
                  <a:pt x="11826" y="12994"/>
                </a:lnTo>
                <a:lnTo>
                  <a:pt x="11972" y="12945"/>
                </a:lnTo>
                <a:lnTo>
                  <a:pt x="12118" y="12848"/>
                </a:lnTo>
                <a:lnTo>
                  <a:pt x="12385" y="12629"/>
                </a:lnTo>
                <a:lnTo>
                  <a:pt x="12604" y="12458"/>
                </a:lnTo>
                <a:lnTo>
                  <a:pt x="12823" y="12264"/>
                </a:lnTo>
                <a:lnTo>
                  <a:pt x="12872" y="12312"/>
                </a:lnTo>
                <a:lnTo>
                  <a:pt x="12604" y="12702"/>
                </a:lnTo>
                <a:lnTo>
                  <a:pt x="12483" y="12848"/>
                </a:lnTo>
                <a:lnTo>
                  <a:pt x="12361" y="12969"/>
                </a:lnTo>
                <a:lnTo>
                  <a:pt x="12215" y="13067"/>
                </a:lnTo>
                <a:lnTo>
                  <a:pt x="12093" y="13213"/>
                </a:lnTo>
                <a:lnTo>
                  <a:pt x="12093" y="13261"/>
                </a:lnTo>
                <a:lnTo>
                  <a:pt x="12093" y="13310"/>
                </a:lnTo>
                <a:lnTo>
                  <a:pt x="12118" y="13334"/>
                </a:lnTo>
                <a:lnTo>
                  <a:pt x="12166" y="13359"/>
                </a:lnTo>
                <a:lnTo>
                  <a:pt x="12312" y="13359"/>
                </a:lnTo>
                <a:lnTo>
                  <a:pt x="12458" y="13334"/>
                </a:lnTo>
                <a:lnTo>
                  <a:pt x="12604" y="13261"/>
                </a:lnTo>
                <a:lnTo>
                  <a:pt x="12750" y="13140"/>
                </a:lnTo>
                <a:lnTo>
                  <a:pt x="12896" y="13042"/>
                </a:lnTo>
                <a:lnTo>
                  <a:pt x="12994" y="12896"/>
                </a:lnTo>
                <a:lnTo>
                  <a:pt x="13115" y="12750"/>
                </a:lnTo>
                <a:lnTo>
                  <a:pt x="13188" y="12604"/>
                </a:lnTo>
                <a:lnTo>
                  <a:pt x="13505" y="12872"/>
                </a:lnTo>
                <a:lnTo>
                  <a:pt x="13407" y="12945"/>
                </a:lnTo>
                <a:lnTo>
                  <a:pt x="13310" y="13018"/>
                </a:lnTo>
                <a:lnTo>
                  <a:pt x="13115" y="13213"/>
                </a:lnTo>
                <a:lnTo>
                  <a:pt x="12896" y="13359"/>
                </a:lnTo>
                <a:lnTo>
                  <a:pt x="12677" y="13529"/>
                </a:lnTo>
                <a:lnTo>
                  <a:pt x="12653" y="13553"/>
                </a:lnTo>
                <a:lnTo>
                  <a:pt x="12629" y="13602"/>
                </a:lnTo>
                <a:lnTo>
                  <a:pt x="12653" y="13651"/>
                </a:lnTo>
                <a:lnTo>
                  <a:pt x="12677" y="13699"/>
                </a:lnTo>
                <a:lnTo>
                  <a:pt x="12750" y="13724"/>
                </a:lnTo>
                <a:lnTo>
                  <a:pt x="12848" y="13748"/>
                </a:lnTo>
                <a:lnTo>
                  <a:pt x="12921" y="13748"/>
                </a:lnTo>
                <a:lnTo>
                  <a:pt x="12994" y="13724"/>
                </a:lnTo>
                <a:lnTo>
                  <a:pt x="13140" y="13651"/>
                </a:lnTo>
                <a:lnTo>
                  <a:pt x="13286" y="13578"/>
                </a:lnTo>
                <a:lnTo>
                  <a:pt x="13407" y="13480"/>
                </a:lnTo>
                <a:lnTo>
                  <a:pt x="13553" y="13383"/>
                </a:lnTo>
                <a:lnTo>
                  <a:pt x="13675" y="13237"/>
                </a:lnTo>
                <a:lnTo>
                  <a:pt x="13724" y="13164"/>
                </a:lnTo>
                <a:lnTo>
                  <a:pt x="13748" y="13091"/>
                </a:lnTo>
                <a:lnTo>
                  <a:pt x="13943" y="13286"/>
                </a:lnTo>
                <a:lnTo>
                  <a:pt x="13918" y="13286"/>
                </a:lnTo>
                <a:lnTo>
                  <a:pt x="13772" y="13383"/>
                </a:lnTo>
                <a:lnTo>
                  <a:pt x="13675" y="13505"/>
                </a:lnTo>
                <a:lnTo>
                  <a:pt x="13456" y="13748"/>
                </a:lnTo>
                <a:lnTo>
                  <a:pt x="13237" y="13967"/>
                </a:lnTo>
                <a:lnTo>
                  <a:pt x="13140" y="14064"/>
                </a:lnTo>
                <a:lnTo>
                  <a:pt x="13067" y="14210"/>
                </a:lnTo>
                <a:lnTo>
                  <a:pt x="13042" y="14235"/>
                </a:lnTo>
                <a:lnTo>
                  <a:pt x="13067" y="14259"/>
                </a:lnTo>
                <a:lnTo>
                  <a:pt x="13067" y="14308"/>
                </a:lnTo>
                <a:lnTo>
                  <a:pt x="13115" y="14308"/>
                </a:lnTo>
                <a:lnTo>
                  <a:pt x="13261" y="14259"/>
                </a:lnTo>
                <a:lnTo>
                  <a:pt x="13407" y="14210"/>
                </a:lnTo>
                <a:lnTo>
                  <a:pt x="13651" y="14040"/>
                </a:lnTo>
                <a:lnTo>
                  <a:pt x="13797" y="13918"/>
                </a:lnTo>
                <a:lnTo>
                  <a:pt x="13943" y="13797"/>
                </a:lnTo>
                <a:lnTo>
                  <a:pt x="14064" y="13626"/>
                </a:lnTo>
                <a:lnTo>
                  <a:pt x="14137" y="13480"/>
                </a:lnTo>
                <a:lnTo>
                  <a:pt x="14332" y="13675"/>
                </a:lnTo>
                <a:lnTo>
                  <a:pt x="14186" y="13918"/>
                </a:lnTo>
                <a:lnTo>
                  <a:pt x="14089" y="14040"/>
                </a:lnTo>
                <a:lnTo>
                  <a:pt x="13991" y="14137"/>
                </a:lnTo>
                <a:lnTo>
                  <a:pt x="13870" y="14235"/>
                </a:lnTo>
                <a:lnTo>
                  <a:pt x="13748" y="14308"/>
                </a:lnTo>
                <a:lnTo>
                  <a:pt x="13626" y="14381"/>
                </a:lnTo>
                <a:lnTo>
                  <a:pt x="13505" y="14454"/>
                </a:lnTo>
                <a:lnTo>
                  <a:pt x="13505" y="14502"/>
                </a:lnTo>
                <a:lnTo>
                  <a:pt x="13480" y="14527"/>
                </a:lnTo>
                <a:lnTo>
                  <a:pt x="13505" y="14600"/>
                </a:lnTo>
                <a:lnTo>
                  <a:pt x="13602" y="14648"/>
                </a:lnTo>
                <a:lnTo>
                  <a:pt x="13675" y="14673"/>
                </a:lnTo>
                <a:lnTo>
                  <a:pt x="13772" y="14673"/>
                </a:lnTo>
                <a:lnTo>
                  <a:pt x="13894" y="14648"/>
                </a:lnTo>
                <a:lnTo>
                  <a:pt x="14089" y="14551"/>
                </a:lnTo>
                <a:lnTo>
                  <a:pt x="14235" y="14454"/>
                </a:lnTo>
                <a:lnTo>
                  <a:pt x="14356" y="14356"/>
                </a:lnTo>
                <a:lnTo>
                  <a:pt x="14454" y="14235"/>
                </a:lnTo>
                <a:lnTo>
                  <a:pt x="14575" y="14113"/>
                </a:lnTo>
                <a:lnTo>
                  <a:pt x="14648" y="13967"/>
                </a:lnTo>
                <a:lnTo>
                  <a:pt x="14867" y="14210"/>
                </a:lnTo>
                <a:lnTo>
                  <a:pt x="14843" y="14210"/>
                </a:lnTo>
                <a:lnTo>
                  <a:pt x="14721" y="14259"/>
                </a:lnTo>
                <a:lnTo>
                  <a:pt x="14624" y="14332"/>
                </a:lnTo>
                <a:lnTo>
                  <a:pt x="14454" y="14527"/>
                </a:lnTo>
                <a:lnTo>
                  <a:pt x="14235" y="14746"/>
                </a:lnTo>
                <a:lnTo>
                  <a:pt x="14113" y="14867"/>
                </a:lnTo>
                <a:lnTo>
                  <a:pt x="13991" y="14940"/>
                </a:lnTo>
                <a:lnTo>
                  <a:pt x="13967" y="14989"/>
                </a:lnTo>
                <a:lnTo>
                  <a:pt x="13967" y="15038"/>
                </a:lnTo>
                <a:lnTo>
                  <a:pt x="14016" y="15086"/>
                </a:lnTo>
                <a:lnTo>
                  <a:pt x="14064" y="15086"/>
                </a:lnTo>
                <a:lnTo>
                  <a:pt x="14356" y="15013"/>
                </a:lnTo>
                <a:lnTo>
                  <a:pt x="14478" y="14940"/>
                </a:lnTo>
                <a:lnTo>
                  <a:pt x="14624" y="14867"/>
                </a:lnTo>
                <a:lnTo>
                  <a:pt x="14867" y="14648"/>
                </a:lnTo>
                <a:lnTo>
                  <a:pt x="14965" y="14527"/>
                </a:lnTo>
                <a:lnTo>
                  <a:pt x="15038" y="14405"/>
                </a:lnTo>
                <a:lnTo>
                  <a:pt x="15038" y="14381"/>
                </a:lnTo>
                <a:lnTo>
                  <a:pt x="15330" y="14673"/>
                </a:lnTo>
                <a:lnTo>
                  <a:pt x="15111" y="14867"/>
                </a:lnTo>
                <a:lnTo>
                  <a:pt x="14892" y="15062"/>
                </a:lnTo>
                <a:lnTo>
                  <a:pt x="14648" y="15232"/>
                </a:lnTo>
                <a:lnTo>
                  <a:pt x="14527" y="15330"/>
                </a:lnTo>
                <a:lnTo>
                  <a:pt x="14429" y="15427"/>
                </a:lnTo>
                <a:lnTo>
                  <a:pt x="14405" y="15451"/>
                </a:lnTo>
                <a:lnTo>
                  <a:pt x="14405" y="15500"/>
                </a:lnTo>
                <a:lnTo>
                  <a:pt x="14429" y="15524"/>
                </a:lnTo>
                <a:lnTo>
                  <a:pt x="14454" y="15549"/>
                </a:lnTo>
                <a:lnTo>
                  <a:pt x="14624" y="15573"/>
                </a:lnTo>
                <a:lnTo>
                  <a:pt x="14770" y="15549"/>
                </a:lnTo>
                <a:lnTo>
                  <a:pt x="14940" y="15476"/>
                </a:lnTo>
                <a:lnTo>
                  <a:pt x="15086" y="15378"/>
                </a:lnTo>
                <a:lnTo>
                  <a:pt x="15232" y="15281"/>
                </a:lnTo>
                <a:lnTo>
                  <a:pt x="15354" y="15159"/>
                </a:lnTo>
                <a:lnTo>
                  <a:pt x="15573" y="14916"/>
                </a:lnTo>
                <a:lnTo>
                  <a:pt x="15743" y="15111"/>
                </a:lnTo>
                <a:lnTo>
                  <a:pt x="15476" y="15378"/>
                </a:lnTo>
                <a:lnTo>
                  <a:pt x="15330" y="15476"/>
                </a:lnTo>
                <a:lnTo>
                  <a:pt x="15184" y="15573"/>
                </a:lnTo>
                <a:lnTo>
                  <a:pt x="15038" y="15670"/>
                </a:lnTo>
                <a:lnTo>
                  <a:pt x="14892" y="15792"/>
                </a:lnTo>
                <a:lnTo>
                  <a:pt x="14843" y="15840"/>
                </a:lnTo>
                <a:lnTo>
                  <a:pt x="14867" y="15913"/>
                </a:lnTo>
                <a:lnTo>
                  <a:pt x="14892" y="15986"/>
                </a:lnTo>
                <a:lnTo>
                  <a:pt x="14940" y="16011"/>
                </a:lnTo>
                <a:lnTo>
                  <a:pt x="15038" y="16035"/>
                </a:lnTo>
                <a:lnTo>
                  <a:pt x="15159" y="16011"/>
                </a:lnTo>
                <a:lnTo>
                  <a:pt x="15354" y="15962"/>
                </a:lnTo>
                <a:lnTo>
                  <a:pt x="15524" y="15865"/>
                </a:lnTo>
                <a:lnTo>
                  <a:pt x="15695" y="15767"/>
                </a:lnTo>
                <a:lnTo>
                  <a:pt x="15889" y="15597"/>
                </a:lnTo>
                <a:lnTo>
                  <a:pt x="16060" y="15427"/>
                </a:lnTo>
                <a:lnTo>
                  <a:pt x="16352" y="15694"/>
                </a:lnTo>
                <a:lnTo>
                  <a:pt x="16181" y="15865"/>
                </a:lnTo>
                <a:lnTo>
                  <a:pt x="16011" y="16011"/>
                </a:lnTo>
                <a:lnTo>
                  <a:pt x="15743" y="16157"/>
                </a:lnTo>
                <a:lnTo>
                  <a:pt x="15500" y="16303"/>
                </a:lnTo>
                <a:lnTo>
                  <a:pt x="15451" y="16327"/>
                </a:lnTo>
                <a:lnTo>
                  <a:pt x="15451" y="16376"/>
                </a:lnTo>
                <a:lnTo>
                  <a:pt x="15476" y="16400"/>
                </a:lnTo>
                <a:lnTo>
                  <a:pt x="15524" y="16424"/>
                </a:lnTo>
                <a:lnTo>
                  <a:pt x="15719" y="16424"/>
                </a:lnTo>
                <a:lnTo>
                  <a:pt x="15889" y="16449"/>
                </a:lnTo>
                <a:lnTo>
                  <a:pt x="16084" y="16400"/>
                </a:lnTo>
                <a:lnTo>
                  <a:pt x="16254" y="16351"/>
                </a:lnTo>
                <a:lnTo>
                  <a:pt x="16400" y="16254"/>
                </a:lnTo>
                <a:lnTo>
                  <a:pt x="16522" y="16157"/>
                </a:lnTo>
                <a:lnTo>
                  <a:pt x="16498" y="16254"/>
                </a:lnTo>
                <a:lnTo>
                  <a:pt x="16400" y="16376"/>
                </a:lnTo>
                <a:lnTo>
                  <a:pt x="16279" y="16473"/>
                </a:lnTo>
                <a:lnTo>
                  <a:pt x="16133" y="16546"/>
                </a:lnTo>
                <a:lnTo>
                  <a:pt x="15987" y="16619"/>
                </a:lnTo>
                <a:lnTo>
                  <a:pt x="15768" y="16668"/>
                </a:lnTo>
                <a:lnTo>
                  <a:pt x="15451" y="16765"/>
                </a:lnTo>
                <a:lnTo>
                  <a:pt x="15427" y="16692"/>
                </a:lnTo>
                <a:lnTo>
                  <a:pt x="15354" y="16643"/>
                </a:lnTo>
                <a:lnTo>
                  <a:pt x="15208" y="16546"/>
                </a:lnTo>
                <a:lnTo>
                  <a:pt x="15062" y="16400"/>
                </a:lnTo>
                <a:lnTo>
                  <a:pt x="14770" y="16132"/>
                </a:lnTo>
                <a:lnTo>
                  <a:pt x="14016" y="15524"/>
                </a:lnTo>
                <a:lnTo>
                  <a:pt x="13626" y="15159"/>
                </a:lnTo>
                <a:lnTo>
                  <a:pt x="13261" y="14770"/>
                </a:lnTo>
                <a:lnTo>
                  <a:pt x="12556" y="14016"/>
                </a:lnTo>
                <a:lnTo>
                  <a:pt x="12312" y="13772"/>
                </a:lnTo>
                <a:lnTo>
                  <a:pt x="12045" y="13553"/>
                </a:lnTo>
                <a:lnTo>
                  <a:pt x="11485" y="13140"/>
                </a:lnTo>
                <a:lnTo>
                  <a:pt x="11217" y="12921"/>
                </a:lnTo>
                <a:lnTo>
                  <a:pt x="10950" y="12677"/>
                </a:lnTo>
                <a:lnTo>
                  <a:pt x="10707" y="12434"/>
                </a:lnTo>
                <a:lnTo>
                  <a:pt x="10512" y="12166"/>
                </a:lnTo>
                <a:lnTo>
                  <a:pt x="10828" y="11899"/>
                </a:lnTo>
                <a:lnTo>
                  <a:pt x="11144" y="11607"/>
                </a:lnTo>
                <a:lnTo>
                  <a:pt x="11436" y="11315"/>
                </a:lnTo>
                <a:lnTo>
                  <a:pt x="11704" y="10998"/>
                </a:lnTo>
                <a:close/>
                <a:moveTo>
                  <a:pt x="6400" y="0"/>
                </a:moveTo>
                <a:lnTo>
                  <a:pt x="5791" y="73"/>
                </a:lnTo>
                <a:lnTo>
                  <a:pt x="5183" y="170"/>
                </a:lnTo>
                <a:lnTo>
                  <a:pt x="4891" y="243"/>
                </a:lnTo>
                <a:lnTo>
                  <a:pt x="4599" y="341"/>
                </a:lnTo>
                <a:lnTo>
                  <a:pt x="4258" y="462"/>
                </a:lnTo>
                <a:lnTo>
                  <a:pt x="3918" y="633"/>
                </a:lnTo>
                <a:lnTo>
                  <a:pt x="3601" y="827"/>
                </a:lnTo>
                <a:lnTo>
                  <a:pt x="3285" y="1022"/>
                </a:lnTo>
                <a:lnTo>
                  <a:pt x="2969" y="1241"/>
                </a:lnTo>
                <a:lnTo>
                  <a:pt x="2677" y="1484"/>
                </a:lnTo>
                <a:lnTo>
                  <a:pt x="2117" y="1971"/>
                </a:lnTo>
                <a:lnTo>
                  <a:pt x="1850" y="2239"/>
                </a:lnTo>
                <a:lnTo>
                  <a:pt x="1606" y="2506"/>
                </a:lnTo>
                <a:lnTo>
                  <a:pt x="1363" y="2798"/>
                </a:lnTo>
                <a:lnTo>
                  <a:pt x="1168" y="3066"/>
                </a:lnTo>
                <a:lnTo>
                  <a:pt x="949" y="3382"/>
                </a:lnTo>
                <a:lnTo>
                  <a:pt x="779" y="3699"/>
                </a:lnTo>
                <a:lnTo>
                  <a:pt x="609" y="4015"/>
                </a:lnTo>
                <a:lnTo>
                  <a:pt x="463" y="4331"/>
                </a:lnTo>
                <a:lnTo>
                  <a:pt x="341" y="4672"/>
                </a:lnTo>
                <a:lnTo>
                  <a:pt x="244" y="5013"/>
                </a:lnTo>
                <a:lnTo>
                  <a:pt x="146" y="5353"/>
                </a:lnTo>
                <a:lnTo>
                  <a:pt x="73" y="5718"/>
                </a:lnTo>
                <a:lnTo>
                  <a:pt x="25" y="6083"/>
                </a:lnTo>
                <a:lnTo>
                  <a:pt x="0" y="6448"/>
                </a:lnTo>
                <a:lnTo>
                  <a:pt x="0" y="6813"/>
                </a:lnTo>
                <a:lnTo>
                  <a:pt x="0" y="7203"/>
                </a:lnTo>
                <a:lnTo>
                  <a:pt x="25" y="7592"/>
                </a:lnTo>
                <a:lnTo>
                  <a:pt x="98" y="7957"/>
                </a:lnTo>
                <a:lnTo>
                  <a:pt x="171" y="8346"/>
                </a:lnTo>
                <a:lnTo>
                  <a:pt x="268" y="8711"/>
                </a:lnTo>
                <a:lnTo>
                  <a:pt x="390" y="9076"/>
                </a:lnTo>
                <a:lnTo>
                  <a:pt x="560" y="9441"/>
                </a:lnTo>
                <a:lnTo>
                  <a:pt x="730" y="9782"/>
                </a:lnTo>
                <a:lnTo>
                  <a:pt x="925" y="10122"/>
                </a:lnTo>
                <a:lnTo>
                  <a:pt x="1168" y="10463"/>
                </a:lnTo>
                <a:lnTo>
                  <a:pt x="1436" y="10804"/>
                </a:lnTo>
                <a:lnTo>
                  <a:pt x="1704" y="11096"/>
                </a:lnTo>
                <a:lnTo>
                  <a:pt x="1996" y="11363"/>
                </a:lnTo>
                <a:lnTo>
                  <a:pt x="2312" y="11631"/>
                </a:lnTo>
                <a:lnTo>
                  <a:pt x="2628" y="11874"/>
                </a:lnTo>
                <a:lnTo>
                  <a:pt x="2969" y="12093"/>
                </a:lnTo>
                <a:lnTo>
                  <a:pt x="3334" y="12312"/>
                </a:lnTo>
                <a:lnTo>
                  <a:pt x="3747" y="12531"/>
                </a:lnTo>
                <a:lnTo>
                  <a:pt x="4161" y="12726"/>
                </a:lnTo>
                <a:lnTo>
                  <a:pt x="4599" y="12896"/>
                </a:lnTo>
                <a:lnTo>
                  <a:pt x="5037" y="13042"/>
                </a:lnTo>
                <a:lnTo>
                  <a:pt x="5499" y="13164"/>
                </a:lnTo>
                <a:lnTo>
                  <a:pt x="5937" y="13261"/>
                </a:lnTo>
                <a:lnTo>
                  <a:pt x="6400" y="13334"/>
                </a:lnTo>
                <a:lnTo>
                  <a:pt x="6862" y="13383"/>
                </a:lnTo>
                <a:lnTo>
                  <a:pt x="7324" y="13383"/>
                </a:lnTo>
                <a:lnTo>
                  <a:pt x="7787" y="13334"/>
                </a:lnTo>
                <a:lnTo>
                  <a:pt x="8225" y="13261"/>
                </a:lnTo>
                <a:lnTo>
                  <a:pt x="8638" y="13140"/>
                </a:lnTo>
                <a:lnTo>
                  <a:pt x="9076" y="12994"/>
                </a:lnTo>
                <a:lnTo>
                  <a:pt x="9466" y="12799"/>
                </a:lnTo>
                <a:lnTo>
                  <a:pt x="9879" y="12580"/>
                </a:lnTo>
                <a:lnTo>
                  <a:pt x="10269" y="12337"/>
                </a:lnTo>
                <a:lnTo>
                  <a:pt x="10293" y="12458"/>
                </a:lnTo>
                <a:lnTo>
                  <a:pt x="10317" y="12580"/>
                </a:lnTo>
                <a:lnTo>
                  <a:pt x="10390" y="12677"/>
                </a:lnTo>
                <a:lnTo>
                  <a:pt x="10463" y="12775"/>
                </a:lnTo>
                <a:lnTo>
                  <a:pt x="10658" y="12969"/>
                </a:lnTo>
                <a:lnTo>
                  <a:pt x="10828" y="13140"/>
                </a:lnTo>
                <a:lnTo>
                  <a:pt x="11120" y="13383"/>
                </a:lnTo>
                <a:lnTo>
                  <a:pt x="11412" y="13602"/>
                </a:lnTo>
                <a:lnTo>
                  <a:pt x="11704" y="13845"/>
                </a:lnTo>
                <a:lnTo>
                  <a:pt x="11972" y="14089"/>
                </a:lnTo>
                <a:lnTo>
                  <a:pt x="12385" y="14502"/>
                </a:lnTo>
                <a:lnTo>
                  <a:pt x="12775" y="14916"/>
                </a:lnTo>
                <a:lnTo>
                  <a:pt x="13164" y="15330"/>
                </a:lnTo>
                <a:lnTo>
                  <a:pt x="13553" y="15743"/>
                </a:lnTo>
                <a:lnTo>
                  <a:pt x="13772" y="15938"/>
                </a:lnTo>
                <a:lnTo>
                  <a:pt x="13991" y="16132"/>
                </a:lnTo>
                <a:lnTo>
                  <a:pt x="14429" y="16473"/>
                </a:lnTo>
                <a:lnTo>
                  <a:pt x="14770" y="16789"/>
                </a:lnTo>
                <a:lnTo>
                  <a:pt x="14916" y="16935"/>
                </a:lnTo>
                <a:lnTo>
                  <a:pt x="15111" y="17081"/>
                </a:lnTo>
                <a:lnTo>
                  <a:pt x="15184" y="17106"/>
                </a:lnTo>
                <a:lnTo>
                  <a:pt x="15232" y="17154"/>
                </a:lnTo>
                <a:lnTo>
                  <a:pt x="15305" y="17179"/>
                </a:lnTo>
                <a:lnTo>
                  <a:pt x="15451" y="17227"/>
                </a:lnTo>
                <a:lnTo>
                  <a:pt x="15646" y="17203"/>
                </a:lnTo>
                <a:lnTo>
                  <a:pt x="15841" y="17179"/>
                </a:lnTo>
                <a:lnTo>
                  <a:pt x="16035" y="17106"/>
                </a:lnTo>
                <a:lnTo>
                  <a:pt x="16230" y="17033"/>
                </a:lnTo>
                <a:lnTo>
                  <a:pt x="16498" y="16911"/>
                </a:lnTo>
                <a:lnTo>
                  <a:pt x="16644" y="16814"/>
                </a:lnTo>
                <a:lnTo>
                  <a:pt x="16790" y="16668"/>
                </a:lnTo>
                <a:lnTo>
                  <a:pt x="16911" y="16497"/>
                </a:lnTo>
                <a:lnTo>
                  <a:pt x="17009" y="16327"/>
                </a:lnTo>
                <a:lnTo>
                  <a:pt x="17057" y="16132"/>
                </a:lnTo>
                <a:lnTo>
                  <a:pt x="17082" y="15938"/>
                </a:lnTo>
                <a:lnTo>
                  <a:pt x="17057" y="15840"/>
                </a:lnTo>
                <a:lnTo>
                  <a:pt x="17033" y="15767"/>
                </a:lnTo>
                <a:lnTo>
                  <a:pt x="17009" y="15670"/>
                </a:lnTo>
                <a:lnTo>
                  <a:pt x="16936" y="15597"/>
                </a:lnTo>
                <a:lnTo>
                  <a:pt x="16887" y="15549"/>
                </a:lnTo>
                <a:lnTo>
                  <a:pt x="15500" y="14137"/>
                </a:lnTo>
                <a:lnTo>
                  <a:pt x="14819" y="13432"/>
                </a:lnTo>
                <a:lnTo>
                  <a:pt x="14089" y="12750"/>
                </a:lnTo>
                <a:lnTo>
                  <a:pt x="13772" y="12458"/>
                </a:lnTo>
                <a:lnTo>
                  <a:pt x="13432" y="12166"/>
                </a:lnTo>
                <a:lnTo>
                  <a:pt x="13091" y="11899"/>
                </a:lnTo>
                <a:lnTo>
                  <a:pt x="12775" y="11582"/>
                </a:lnTo>
                <a:lnTo>
                  <a:pt x="12580" y="11363"/>
                </a:lnTo>
                <a:lnTo>
                  <a:pt x="12385" y="11120"/>
                </a:lnTo>
                <a:lnTo>
                  <a:pt x="12166" y="10901"/>
                </a:lnTo>
                <a:lnTo>
                  <a:pt x="12045" y="10804"/>
                </a:lnTo>
                <a:lnTo>
                  <a:pt x="11923" y="10706"/>
                </a:lnTo>
                <a:lnTo>
                  <a:pt x="12191" y="10317"/>
                </a:lnTo>
                <a:lnTo>
                  <a:pt x="12434" y="9928"/>
                </a:lnTo>
                <a:lnTo>
                  <a:pt x="12629" y="9490"/>
                </a:lnTo>
                <a:lnTo>
                  <a:pt x="12823" y="9076"/>
                </a:lnTo>
                <a:lnTo>
                  <a:pt x="12969" y="8614"/>
                </a:lnTo>
                <a:lnTo>
                  <a:pt x="13091" y="8176"/>
                </a:lnTo>
                <a:lnTo>
                  <a:pt x="13188" y="7713"/>
                </a:lnTo>
                <a:lnTo>
                  <a:pt x="13261" y="7251"/>
                </a:lnTo>
                <a:lnTo>
                  <a:pt x="13310" y="6765"/>
                </a:lnTo>
                <a:lnTo>
                  <a:pt x="13310" y="6302"/>
                </a:lnTo>
                <a:lnTo>
                  <a:pt x="13286" y="5840"/>
                </a:lnTo>
                <a:lnTo>
                  <a:pt x="13237" y="5378"/>
                </a:lnTo>
                <a:lnTo>
                  <a:pt x="13164" y="4891"/>
                </a:lnTo>
                <a:lnTo>
                  <a:pt x="13042" y="4453"/>
                </a:lnTo>
                <a:lnTo>
                  <a:pt x="12896" y="3991"/>
                </a:lnTo>
                <a:lnTo>
                  <a:pt x="12702" y="3553"/>
                </a:lnTo>
                <a:lnTo>
                  <a:pt x="12580" y="3285"/>
                </a:lnTo>
                <a:lnTo>
                  <a:pt x="12434" y="3042"/>
                </a:lnTo>
                <a:lnTo>
                  <a:pt x="12288" y="2798"/>
                </a:lnTo>
                <a:lnTo>
                  <a:pt x="12118" y="2579"/>
                </a:lnTo>
                <a:lnTo>
                  <a:pt x="11753" y="2141"/>
                </a:lnTo>
                <a:lnTo>
                  <a:pt x="11339" y="1728"/>
                </a:lnTo>
                <a:lnTo>
                  <a:pt x="10901" y="1363"/>
                </a:lnTo>
                <a:lnTo>
                  <a:pt x="10415" y="1046"/>
                </a:lnTo>
                <a:lnTo>
                  <a:pt x="9904" y="754"/>
                </a:lnTo>
                <a:lnTo>
                  <a:pt x="9368" y="511"/>
                </a:lnTo>
                <a:lnTo>
                  <a:pt x="8784" y="316"/>
                </a:lnTo>
                <a:lnTo>
                  <a:pt x="8225" y="170"/>
                </a:lnTo>
                <a:lnTo>
                  <a:pt x="7616" y="73"/>
                </a:lnTo>
                <a:lnTo>
                  <a:pt x="7008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D9EEB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9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Sentiment Analysis</a:t>
            </a:r>
            <a:endParaRPr/>
          </a:p>
        </p:txBody>
      </p:sp>
      <p:sp>
        <p:nvSpPr>
          <p:cNvPr id="595" name="Google Shape;595;p19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597" name="Google Shape;5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053735"/>
            <a:ext cx="2743199" cy="2050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98DF6D-3050-F347-B8BC-F363E021D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969" y="1313526"/>
            <a:ext cx="4089400" cy="353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0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Sentiment Analysis</a:t>
            </a:r>
            <a:endParaRPr/>
          </a:p>
        </p:txBody>
      </p:sp>
      <p:sp>
        <p:nvSpPr>
          <p:cNvPr id="603" name="Google Shape;603;p20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604" name="Google Shape;6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9325" y="1290659"/>
            <a:ext cx="3657599" cy="2706624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20"/>
          <p:cNvSpPr txBox="1">
            <a:spLocks noGrp="1"/>
          </p:cNvSpPr>
          <p:nvPr>
            <p:ph type="body" idx="1"/>
          </p:nvPr>
        </p:nvSpPr>
        <p:spPr>
          <a:xfrm>
            <a:off x="747925" y="3997275"/>
            <a:ext cx="64278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600"/>
              </a:spcBef>
              <a:spcAft>
                <a:spcPts val="0"/>
              </a:spcAft>
              <a:buSzPts val="1200"/>
              <a:buChar char="✘"/>
            </a:pPr>
            <a:r>
              <a:rPr lang="en" sz="1200"/>
              <a:t>The apartment is clean and visually appealing.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✘"/>
            </a:pPr>
            <a:r>
              <a:rPr lang="en" sz="1200"/>
              <a:t>The host is nice and made the experience comfortable and easy.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✘"/>
            </a:pPr>
            <a:r>
              <a:rPr lang="en" sz="1200"/>
              <a:t>The area is centrally located with short walking distances, and has beaches and restaurants nearby.</a:t>
            </a:r>
            <a:endParaRPr sz="1200"/>
          </a:p>
        </p:txBody>
      </p:sp>
      <p:sp>
        <p:nvSpPr>
          <p:cNvPr id="606" name="Google Shape;606;p20"/>
          <p:cNvSpPr/>
          <p:nvPr/>
        </p:nvSpPr>
        <p:spPr>
          <a:xfrm>
            <a:off x="2865136" y="611364"/>
            <a:ext cx="346227" cy="348325"/>
          </a:xfrm>
          <a:custGeom>
            <a:avLst/>
            <a:gdLst/>
            <a:ahLst/>
            <a:cxnLst/>
            <a:rect l="l" t="t" r="r" b="b"/>
            <a:pathLst>
              <a:path w="15842" h="15938" extrusionOk="0">
                <a:moveTo>
                  <a:pt x="4794" y="7470"/>
                </a:moveTo>
                <a:lnTo>
                  <a:pt x="4867" y="7495"/>
                </a:lnTo>
                <a:lnTo>
                  <a:pt x="4940" y="7543"/>
                </a:lnTo>
                <a:lnTo>
                  <a:pt x="4989" y="7616"/>
                </a:lnTo>
                <a:lnTo>
                  <a:pt x="5013" y="7714"/>
                </a:lnTo>
                <a:lnTo>
                  <a:pt x="5013" y="7787"/>
                </a:lnTo>
                <a:lnTo>
                  <a:pt x="4989" y="7908"/>
                </a:lnTo>
                <a:lnTo>
                  <a:pt x="4916" y="7981"/>
                </a:lnTo>
                <a:lnTo>
                  <a:pt x="4843" y="8054"/>
                </a:lnTo>
                <a:lnTo>
                  <a:pt x="4721" y="8079"/>
                </a:lnTo>
                <a:lnTo>
                  <a:pt x="4600" y="8054"/>
                </a:lnTo>
                <a:lnTo>
                  <a:pt x="4527" y="7981"/>
                </a:lnTo>
                <a:lnTo>
                  <a:pt x="4454" y="7908"/>
                </a:lnTo>
                <a:lnTo>
                  <a:pt x="4429" y="7787"/>
                </a:lnTo>
                <a:lnTo>
                  <a:pt x="4454" y="7665"/>
                </a:lnTo>
                <a:lnTo>
                  <a:pt x="4527" y="7543"/>
                </a:lnTo>
                <a:lnTo>
                  <a:pt x="4600" y="7495"/>
                </a:lnTo>
                <a:lnTo>
                  <a:pt x="4697" y="7470"/>
                </a:lnTo>
                <a:close/>
                <a:moveTo>
                  <a:pt x="11169" y="7470"/>
                </a:moveTo>
                <a:lnTo>
                  <a:pt x="11242" y="7495"/>
                </a:lnTo>
                <a:lnTo>
                  <a:pt x="11315" y="7543"/>
                </a:lnTo>
                <a:lnTo>
                  <a:pt x="11364" y="7616"/>
                </a:lnTo>
                <a:lnTo>
                  <a:pt x="11388" y="7714"/>
                </a:lnTo>
                <a:lnTo>
                  <a:pt x="11388" y="7787"/>
                </a:lnTo>
                <a:lnTo>
                  <a:pt x="11364" y="7908"/>
                </a:lnTo>
                <a:lnTo>
                  <a:pt x="11291" y="7981"/>
                </a:lnTo>
                <a:lnTo>
                  <a:pt x="11218" y="8054"/>
                </a:lnTo>
                <a:lnTo>
                  <a:pt x="11096" y="8079"/>
                </a:lnTo>
                <a:lnTo>
                  <a:pt x="10975" y="8054"/>
                </a:lnTo>
                <a:lnTo>
                  <a:pt x="10902" y="7981"/>
                </a:lnTo>
                <a:lnTo>
                  <a:pt x="10829" y="7908"/>
                </a:lnTo>
                <a:lnTo>
                  <a:pt x="10804" y="7787"/>
                </a:lnTo>
                <a:lnTo>
                  <a:pt x="10829" y="7665"/>
                </a:lnTo>
                <a:lnTo>
                  <a:pt x="10902" y="7543"/>
                </a:lnTo>
                <a:lnTo>
                  <a:pt x="10975" y="7495"/>
                </a:lnTo>
                <a:lnTo>
                  <a:pt x="11072" y="7470"/>
                </a:lnTo>
                <a:close/>
                <a:moveTo>
                  <a:pt x="4770" y="7081"/>
                </a:moveTo>
                <a:lnTo>
                  <a:pt x="4600" y="7105"/>
                </a:lnTo>
                <a:lnTo>
                  <a:pt x="4429" y="7178"/>
                </a:lnTo>
                <a:lnTo>
                  <a:pt x="4308" y="7300"/>
                </a:lnTo>
                <a:lnTo>
                  <a:pt x="4186" y="7446"/>
                </a:lnTo>
                <a:lnTo>
                  <a:pt x="4113" y="7568"/>
                </a:lnTo>
                <a:lnTo>
                  <a:pt x="4064" y="7714"/>
                </a:lnTo>
                <a:lnTo>
                  <a:pt x="4016" y="7835"/>
                </a:lnTo>
                <a:lnTo>
                  <a:pt x="4016" y="7981"/>
                </a:lnTo>
                <a:lnTo>
                  <a:pt x="3967" y="8225"/>
                </a:lnTo>
                <a:lnTo>
                  <a:pt x="3967" y="8395"/>
                </a:lnTo>
                <a:lnTo>
                  <a:pt x="4016" y="8565"/>
                </a:lnTo>
                <a:lnTo>
                  <a:pt x="4064" y="8711"/>
                </a:lnTo>
                <a:lnTo>
                  <a:pt x="4162" y="8833"/>
                </a:lnTo>
                <a:lnTo>
                  <a:pt x="4259" y="8955"/>
                </a:lnTo>
                <a:lnTo>
                  <a:pt x="4381" y="9028"/>
                </a:lnTo>
                <a:lnTo>
                  <a:pt x="4527" y="9101"/>
                </a:lnTo>
                <a:lnTo>
                  <a:pt x="4697" y="9149"/>
                </a:lnTo>
                <a:lnTo>
                  <a:pt x="4892" y="9174"/>
                </a:lnTo>
                <a:lnTo>
                  <a:pt x="5062" y="9149"/>
                </a:lnTo>
                <a:lnTo>
                  <a:pt x="5232" y="9101"/>
                </a:lnTo>
                <a:lnTo>
                  <a:pt x="5378" y="9028"/>
                </a:lnTo>
                <a:lnTo>
                  <a:pt x="5500" y="8930"/>
                </a:lnTo>
                <a:lnTo>
                  <a:pt x="5622" y="8809"/>
                </a:lnTo>
                <a:lnTo>
                  <a:pt x="5719" y="8663"/>
                </a:lnTo>
                <a:lnTo>
                  <a:pt x="5792" y="8517"/>
                </a:lnTo>
                <a:lnTo>
                  <a:pt x="5841" y="8346"/>
                </a:lnTo>
                <a:lnTo>
                  <a:pt x="5865" y="8176"/>
                </a:lnTo>
                <a:lnTo>
                  <a:pt x="5841" y="8006"/>
                </a:lnTo>
                <a:lnTo>
                  <a:pt x="5816" y="7835"/>
                </a:lnTo>
                <a:lnTo>
                  <a:pt x="5768" y="7689"/>
                </a:lnTo>
                <a:lnTo>
                  <a:pt x="5695" y="7519"/>
                </a:lnTo>
                <a:lnTo>
                  <a:pt x="5573" y="7397"/>
                </a:lnTo>
                <a:lnTo>
                  <a:pt x="5427" y="7251"/>
                </a:lnTo>
                <a:lnTo>
                  <a:pt x="5281" y="7154"/>
                </a:lnTo>
                <a:lnTo>
                  <a:pt x="5111" y="7105"/>
                </a:lnTo>
                <a:lnTo>
                  <a:pt x="4940" y="7081"/>
                </a:lnTo>
                <a:close/>
                <a:moveTo>
                  <a:pt x="11145" y="7081"/>
                </a:moveTo>
                <a:lnTo>
                  <a:pt x="10975" y="7105"/>
                </a:lnTo>
                <a:lnTo>
                  <a:pt x="10804" y="7178"/>
                </a:lnTo>
                <a:lnTo>
                  <a:pt x="10683" y="7300"/>
                </a:lnTo>
                <a:lnTo>
                  <a:pt x="10561" y="7446"/>
                </a:lnTo>
                <a:lnTo>
                  <a:pt x="10488" y="7568"/>
                </a:lnTo>
                <a:lnTo>
                  <a:pt x="10439" y="7714"/>
                </a:lnTo>
                <a:lnTo>
                  <a:pt x="10391" y="7835"/>
                </a:lnTo>
                <a:lnTo>
                  <a:pt x="10391" y="7981"/>
                </a:lnTo>
                <a:lnTo>
                  <a:pt x="10342" y="8225"/>
                </a:lnTo>
                <a:lnTo>
                  <a:pt x="10342" y="8395"/>
                </a:lnTo>
                <a:lnTo>
                  <a:pt x="10391" y="8565"/>
                </a:lnTo>
                <a:lnTo>
                  <a:pt x="10439" y="8711"/>
                </a:lnTo>
                <a:lnTo>
                  <a:pt x="10537" y="8833"/>
                </a:lnTo>
                <a:lnTo>
                  <a:pt x="10634" y="8955"/>
                </a:lnTo>
                <a:lnTo>
                  <a:pt x="10756" y="9028"/>
                </a:lnTo>
                <a:lnTo>
                  <a:pt x="10902" y="9101"/>
                </a:lnTo>
                <a:lnTo>
                  <a:pt x="11072" y="9149"/>
                </a:lnTo>
                <a:lnTo>
                  <a:pt x="11267" y="9174"/>
                </a:lnTo>
                <a:lnTo>
                  <a:pt x="11437" y="9149"/>
                </a:lnTo>
                <a:lnTo>
                  <a:pt x="11607" y="9101"/>
                </a:lnTo>
                <a:lnTo>
                  <a:pt x="11753" y="9028"/>
                </a:lnTo>
                <a:lnTo>
                  <a:pt x="11875" y="8930"/>
                </a:lnTo>
                <a:lnTo>
                  <a:pt x="11997" y="8809"/>
                </a:lnTo>
                <a:lnTo>
                  <a:pt x="12094" y="8663"/>
                </a:lnTo>
                <a:lnTo>
                  <a:pt x="12167" y="8517"/>
                </a:lnTo>
                <a:lnTo>
                  <a:pt x="12216" y="8346"/>
                </a:lnTo>
                <a:lnTo>
                  <a:pt x="12240" y="8176"/>
                </a:lnTo>
                <a:lnTo>
                  <a:pt x="12216" y="8006"/>
                </a:lnTo>
                <a:lnTo>
                  <a:pt x="12191" y="7835"/>
                </a:lnTo>
                <a:lnTo>
                  <a:pt x="12143" y="7689"/>
                </a:lnTo>
                <a:lnTo>
                  <a:pt x="12070" y="7519"/>
                </a:lnTo>
                <a:lnTo>
                  <a:pt x="11948" y="7397"/>
                </a:lnTo>
                <a:lnTo>
                  <a:pt x="11802" y="7251"/>
                </a:lnTo>
                <a:lnTo>
                  <a:pt x="11656" y="7154"/>
                </a:lnTo>
                <a:lnTo>
                  <a:pt x="11486" y="7105"/>
                </a:lnTo>
                <a:lnTo>
                  <a:pt x="11315" y="7081"/>
                </a:lnTo>
                <a:close/>
                <a:moveTo>
                  <a:pt x="11972" y="10925"/>
                </a:moveTo>
                <a:lnTo>
                  <a:pt x="11875" y="10974"/>
                </a:lnTo>
                <a:lnTo>
                  <a:pt x="11778" y="11047"/>
                </a:lnTo>
                <a:lnTo>
                  <a:pt x="11607" y="11290"/>
                </a:lnTo>
                <a:lnTo>
                  <a:pt x="11413" y="11485"/>
                </a:lnTo>
                <a:lnTo>
                  <a:pt x="11194" y="11680"/>
                </a:lnTo>
                <a:lnTo>
                  <a:pt x="10950" y="11850"/>
                </a:lnTo>
                <a:lnTo>
                  <a:pt x="10707" y="11996"/>
                </a:lnTo>
                <a:lnTo>
                  <a:pt x="10439" y="12118"/>
                </a:lnTo>
                <a:lnTo>
                  <a:pt x="10172" y="12215"/>
                </a:lnTo>
                <a:lnTo>
                  <a:pt x="9880" y="12312"/>
                </a:lnTo>
                <a:lnTo>
                  <a:pt x="9588" y="12385"/>
                </a:lnTo>
                <a:lnTo>
                  <a:pt x="9296" y="12434"/>
                </a:lnTo>
                <a:lnTo>
                  <a:pt x="8712" y="12507"/>
                </a:lnTo>
                <a:lnTo>
                  <a:pt x="8128" y="12531"/>
                </a:lnTo>
                <a:lnTo>
                  <a:pt x="7568" y="12507"/>
                </a:lnTo>
                <a:lnTo>
                  <a:pt x="7325" y="12483"/>
                </a:lnTo>
                <a:lnTo>
                  <a:pt x="7106" y="12434"/>
                </a:lnTo>
                <a:lnTo>
                  <a:pt x="6668" y="12312"/>
                </a:lnTo>
                <a:lnTo>
                  <a:pt x="6230" y="12166"/>
                </a:lnTo>
                <a:lnTo>
                  <a:pt x="5816" y="11996"/>
                </a:lnTo>
                <a:lnTo>
                  <a:pt x="5427" y="11826"/>
                </a:lnTo>
                <a:lnTo>
                  <a:pt x="5013" y="11631"/>
                </a:lnTo>
                <a:lnTo>
                  <a:pt x="4794" y="11509"/>
                </a:lnTo>
                <a:lnTo>
                  <a:pt x="4600" y="11388"/>
                </a:lnTo>
                <a:lnTo>
                  <a:pt x="4454" y="11242"/>
                </a:lnTo>
                <a:lnTo>
                  <a:pt x="4308" y="11096"/>
                </a:lnTo>
                <a:lnTo>
                  <a:pt x="4259" y="11047"/>
                </a:lnTo>
                <a:lnTo>
                  <a:pt x="4210" y="11023"/>
                </a:lnTo>
                <a:lnTo>
                  <a:pt x="4089" y="11023"/>
                </a:lnTo>
                <a:lnTo>
                  <a:pt x="4040" y="11071"/>
                </a:lnTo>
                <a:lnTo>
                  <a:pt x="3991" y="11096"/>
                </a:lnTo>
                <a:lnTo>
                  <a:pt x="3991" y="11169"/>
                </a:lnTo>
                <a:lnTo>
                  <a:pt x="3991" y="11242"/>
                </a:lnTo>
                <a:lnTo>
                  <a:pt x="4016" y="11339"/>
                </a:lnTo>
                <a:lnTo>
                  <a:pt x="4064" y="11436"/>
                </a:lnTo>
                <a:lnTo>
                  <a:pt x="4210" y="11631"/>
                </a:lnTo>
                <a:lnTo>
                  <a:pt x="4381" y="11801"/>
                </a:lnTo>
                <a:lnTo>
                  <a:pt x="4575" y="11947"/>
                </a:lnTo>
                <a:lnTo>
                  <a:pt x="4794" y="12069"/>
                </a:lnTo>
                <a:lnTo>
                  <a:pt x="5038" y="12191"/>
                </a:lnTo>
                <a:lnTo>
                  <a:pt x="5451" y="12385"/>
                </a:lnTo>
                <a:lnTo>
                  <a:pt x="5938" y="12604"/>
                </a:lnTo>
                <a:lnTo>
                  <a:pt x="6424" y="12799"/>
                </a:lnTo>
                <a:lnTo>
                  <a:pt x="6935" y="12945"/>
                </a:lnTo>
                <a:lnTo>
                  <a:pt x="7446" y="13042"/>
                </a:lnTo>
                <a:lnTo>
                  <a:pt x="7763" y="13067"/>
                </a:lnTo>
                <a:lnTo>
                  <a:pt x="8079" y="13091"/>
                </a:lnTo>
                <a:lnTo>
                  <a:pt x="8420" y="13091"/>
                </a:lnTo>
                <a:lnTo>
                  <a:pt x="8760" y="13067"/>
                </a:lnTo>
                <a:lnTo>
                  <a:pt x="9101" y="13042"/>
                </a:lnTo>
                <a:lnTo>
                  <a:pt x="9442" y="12969"/>
                </a:lnTo>
                <a:lnTo>
                  <a:pt x="9758" y="12896"/>
                </a:lnTo>
                <a:lnTo>
                  <a:pt x="10099" y="12799"/>
                </a:lnTo>
                <a:lnTo>
                  <a:pt x="10415" y="12702"/>
                </a:lnTo>
                <a:lnTo>
                  <a:pt x="10731" y="12556"/>
                </a:lnTo>
                <a:lnTo>
                  <a:pt x="11023" y="12410"/>
                </a:lnTo>
                <a:lnTo>
                  <a:pt x="11315" y="12239"/>
                </a:lnTo>
                <a:lnTo>
                  <a:pt x="11583" y="12045"/>
                </a:lnTo>
                <a:lnTo>
                  <a:pt x="11826" y="11826"/>
                </a:lnTo>
                <a:lnTo>
                  <a:pt x="12045" y="11582"/>
                </a:lnTo>
                <a:lnTo>
                  <a:pt x="12264" y="11339"/>
                </a:lnTo>
                <a:lnTo>
                  <a:pt x="12313" y="11217"/>
                </a:lnTo>
                <a:lnTo>
                  <a:pt x="12289" y="11120"/>
                </a:lnTo>
                <a:lnTo>
                  <a:pt x="12240" y="11047"/>
                </a:lnTo>
                <a:lnTo>
                  <a:pt x="12167" y="10974"/>
                </a:lnTo>
                <a:lnTo>
                  <a:pt x="12070" y="10950"/>
                </a:lnTo>
                <a:lnTo>
                  <a:pt x="11972" y="10925"/>
                </a:lnTo>
                <a:close/>
                <a:moveTo>
                  <a:pt x="8493" y="682"/>
                </a:moveTo>
                <a:lnTo>
                  <a:pt x="8663" y="706"/>
                </a:lnTo>
                <a:lnTo>
                  <a:pt x="9101" y="755"/>
                </a:lnTo>
                <a:lnTo>
                  <a:pt x="9539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1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7" y="1752"/>
                </a:lnTo>
                <a:lnTo>
                  <a:pt x="11997" y="1728"/>
                </a:lnTo>
                <a:lnTo>
                  <a:pt x="12021" y="1728"/>
                </a:lnTo>
                <a:lnTo>
                  <a:pt x="12143" y="1801"/>
                </a:lnTo>
                <a:lnTo>
                  <a:pt x="12094" y="1874"/>
                </a:lnTo>
                <a:lnTo>
                  <a:pt x="12094" y="1947"/>
                </a:lnTo>
                <a:lnTo>
                  <a:pt x="12094" y="1995"/>
                </a:lnTo>
                <a:lnTo>
                  <a:pt x="12143" y="2020"/>
                </a:lnTo>
                <a:lnTo>
                  <a:pt x="12167" y="2044"/>
                </a:lnTo>
                <a:lnTo>
                  <a:pt x="12216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337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508" y="2336"/>
                </a:lnTo>
                <a:lnTo>
                  <a:pt x="12532" y="2385"/>
                </a:lnTo>
                <a:lnTo>
                  <a:pt x="12556" y="2409"/>
                </a:lnTo>
                <a:lnTo>
                  <a:pt x="12581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51" y="2287"/>
                </a:lnTo>
                <a:lnTo>
                  <a:pt x="12775" y="2239"/>
                </a:lnTo>
                <a:lnTo>
                  <a:pt x="12970" y="2409"/>
                </a:lnTo>
                <a:lnTo>
                  <a:pt x="12873" y="2531"/>
                </a:lnTo>
                <a:lnTo>
                  <a:pt x="12848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73" y="2750"/>
                </a:lnTo>
                <a:lnTo>
                  <a:pt x="12921" y="2774"/>
                </a:lnTo>
                <a:lnTo>
                  <a:pt x="12946" y="2774"/>
                </a:lnTo>
                <a:lnTo>
                  <a:pt x="13067" y="2701"/>
                </a:lnTo>
                <a:lnTo>
                  <a:pt x="13189" y="2604"/>
                </a:lnTo>
                <a:lnTo>
                  <a:pt x="13311" y="2725"/>
                </a:lnTo>
                <a:lnTo>
                  <a:pt x="13384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89" y="3163"/>
                </a:lnTo>
                <a:lnTo>
                  <a:pt x="13165" y="3236"/>
                </a:lnTo>
                <a:lnTo>
                  <a:pt x="13189" y="3285"/>
                </a:lnTo>
                <a:lnTo>
                  <a:pt x="13238" y="3309"/>
                </a:lnTo>
                <a:lnTo>
                  <a:pt x="13335" y="3285"/>
                </a:lnTo>
                <a:lnTo>
                  <a:pt x="13408" y="3236"/>
                </a:lnTo>
                <a:lnTo>
                  <a:pt x="13554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6" y="3407"/>
                </a:lnTo>
                <a:lnTo>
                  <a:pt x="13554" y="3504"/>
                </a:lnTo>
                <a:lnTo>
                  <a:pt x="13505" y="3577"/>
                </a:lnTo>
                <a:lnTo>
                  <a:pt x="13481" y="3650"/>
                </a:lnTo>
                <a:lnTo>
                  <a:pt x="13481" y="3699"/>
                </a:lnTo>
                <a:lnTo>
                  <a:pt x="13505" y="3723"/>
                </a:lnTo>
                <a:lnTo>
                  <a:pt x="13603" y="3747"/>
                </a:lnTo>
                <a:lnTo>
                  <a:pt x="13700" y="3723"/>
                </a:lnTo>
                <a:lnTo>
                  <a:pt x="13773" y="3674"/>
                </a:lnTo>
                <a:lnTo>
                  <a:pt x="13870" y="3626"/>
                </a:lnTo>
                <a:lnTo>
                  <a:pt x="13968" y="3577"/>
                </a:lnTo>
                <a:lnTo>
                  <a:pt x="14162" y="3918"/>
                </a:lnTo>
                <a:lnTo>
                  <a:pt x="14065" y="3991"/>
                </a:lnTo>
                <a:lnTo>
                  <a:pt x="13870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24" y="4380"/>
                </a:lnTo>
                <a:lnTo>
                  <a:pt x="13846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211" y="4842"/>
                </a:lnTo>
                <a:lnTo>
                  <a:pt x="14065" y="4940"/>
                </a:lnTo>
                <a:lnTo>
                  <a:pt x="13968" y="5061"/>
                </a:lnTo>
                <a:lnTo>
                  <a:pt x="13919" y="5134"/>
                </a:lnTo>
                <a:lnTo>
                  <a:pt x="13895" y="5207"/>
                </a:lnTo>
                <a:lnTo>
                  <a:pt x="13895" y="5256"/>
                </a:lnTo>
                <a:lnTo>
                  <a:pt x="13919" y="5280"/>
                </a:lnTo>
                <a:lnTo>
                  <a:pt x="13968" y="5305"/>
                </a:lnTo>
                <a:lnTo>
                  <a:pt x="14016" y="5305"/>
                </a:lnTo>
                <a:lnTo>
                  <a:pt x="14114" y="5256"/>
                </a:lnTo>
                <a:lnTo>
                  <a:pt x="14235" y="5183"/>
                </a:lnTo>
                <a:lnTo>
                  <a:pt x="14551" y="5037"/>
                </a:lnTo>
                <a:lnTo>
                  <a:pt x="14600" y="5013"/>
                </a:lnTo>
                <a:lnTo>
                  <a:pt x="14770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41" y="6740"/>
                </a:lnTo>
                <a:lnTo>
                  <a:pt x="13992" y="6789"/>
                </a:lnTo>
                <a:lnTo>
                  <a:pt x="13992" y="6813"/>
                </a:lnTo>
                <a:lnTo>
                  <a:pt x="13992" y="6862"/>
                </a:lnTo>
                <a:lnTo>
                  <a:pt x="14041" y="6886"/>
                </a:lnTo>
                <a:lnTo>
                  <a:pt x="14235" y="6886"/>
                </a:lnTo>
                <a:lnTo>
                  <a:pt x="14430" y="6862"/>
                </a:lnTo>
                <a:lnTo>
                  <a:pt x="14795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41" y="7592"/>
                </a:lnTo>
                <a:lnTo>
                  <a:pt x="14041" y="7665"/>
                </a:lnTo>
                <a:lnTo>
                  <a:pt x="14089" y="7714"/>
                </a:lnTo>
                <a:lnTo>
                  <a:pt x="14138" y="7738"/>
                </a:lnTo>
                <a:lnTo>
                  <a:pt x="14357" y="7714"/>
                </a:lnTo>
                <a:lnTo>
                  <a:pt x="14551" y="7665"/>
                </a:lnTo>
                <a:lnTo>
                  <a:pt x="14941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81" y="8079"/>
                </a:lnTo>
                <a:lnTo>
                  <a:pt x="14235" y="8103"/>
                </a:lnTo>
                <a:lnTo>
                  <a:pt x="14138" y="8152"/>
                </a:lnTo>
                <a:lnTo>
                  <a:pt x="14016" y="8200"/>
                </a:lnTo>
                <a:lnTo>
                  <a:pt x="13943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43" y="8395"/>
                </a:lnTo>
                <a:lnTo>
                  <a:pt x="13968" y="8395"/>
                </a:lnTo>
                <a:lnTo>
                  <a:pt x="14089" y="8419"/>
                </a:lnTo>
                <a:lnTo>
                  <a:pt x="14211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8" y="8979"/>
                </a:lnTo>
                <a:lnTo>
                  <a:pt x="13870" y="9028"/>
                </a:lnTo>
                <a:lnTo>
                  <a:pt x="13870" y="9052"/>
                </a:lnTo>
                <a:lnTo>
                  <a:pt x="13870" y="9076"/>
                </a:lnTo>
                <a:lnTo>
                  <a:pt x="13968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503" y="9660"/>
                </a:lnTo>
                <a:lnTo>
                  <a:pt x="14260" y="9757"/>
                </a:lnTo>
                <a:lnTo>
                  <a:pt x="14041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1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89" y="10390"/>
                </a:lnTo>
                <a:lnTo>
                  <a:pt x="14527" y="10463"/>
                </a:lnTo>
                <a:lnTo>
                  <a:pt x="14357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70" y="10682"/>
                </a:lnTo>
                <a:lnTo>
                  <a:pt x="13846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919" y="10901"/>
                </a:lnTo>
                <a:lnTo>
                  <a:pt x="13992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478" y="11339"/>
                </a:lnTo>
                <a:lnTo>
                  <a:pt x="14308" y="11315"/>
                </a:lnTo>
                <a:lnTo>
                  <a:pt x="14114" y="11339"/>
                </a:lnTo>
                <a:lnTo>
                  <a:pt x="13919" y="11363"/>
                </a:lnTo>
                <a:lnTo>
                  <a:pt x="13749" y="11436"/>
                </a:lnTo>
                <a:lnTo>
                  <a:pt x="13724" y="11461"/>
                </a:lnTo>
                <a:lnTo>
                  <a:pt x="13749" y="11485"/>
                </a:lnTo>
                <a:lnTo>
                  <a:pt x="13919" y="11558"/>
                </a:lnTo>
                <a:lnTo>
                  <a:pt x="14089" y="11607"/>
                </a:lnTo>
                <a:lnTo>
                  <a:pt x="14430" y="11655"/>
                </a:lnTo>
                <a:lnTo>
                  <a:pt x="14454" y="11655"/>
                </a:lnTo>
                <a:lnTo>
                  <a:pt x="14211" y="12069"/>
                </a:lnTo>
                <a:lnTo>
                  <a:pt x="13968" y="12069"/>
                </a:lnTo>
                <a:lnTo>
                  <a:pt x="13724" y="12093"/>
                </a:lnTo>
                <a:lnTo>
                  <a:pt x="13603" y="12069"/>
                </a:lnTo>
                <a:lnTo>
                  <a:pt x="13481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89" y="12069"/>
                </a:lnTo>
                <a:lnTo>
                  <a:pt x="13189" y="12166"/>
                </a:lnTo>
                <a:lnTo>
                  <a:pt x="13238" y="12239"/>
                </a:lnTo>
                <a:lnTo>
                  <a:pt x="13311" y="12312"/>
                </a:lnTo>
                <a:lnTo>
                  <a:pt x="13408" y="12361"/>
                </a:lnTo>
                <a:lnTo>
                  <a:pt x="13530" y="12385"/>
                </a:lnTo>
                <a:lnTo>
                  <a:pt x="13651" y="12410"/>
                </a:lnTo>
                <a:lnTo>
                  <a:pt x="13943" y="12434"/>
                </a:lnTo>
                <a:lnTo>
                  <a:pt x="13603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7" y="12677"/>
                </a:lnTo>
                <a:lnTo>
                  <a:pt x="12629" y="12702"/>
                </a:lnTo>
                <a:lnTo>
                  <a:pt x="12605" y="12726"/>
                </a:lnTo>
                <a:lnTo>
                  <a:pt x="12605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51" y="12969"/>
                </a:lnTo>
                <a:lnTo>
                  <a:pt x="12824" y="13018"/>
                </a:lnTo>
                <a:lnTo>
                  <a:pt x="13043" y="13115"/>
                </a:lnTo>
                <a:lnTo>
                  <a:pt x="13262" y="13164"/>
                </a:lnTo>
                <a:lnTo>
                  <a:pt x="13116" y="13286"/>
                </a:lnTo>
                <a:lnTo>
                  <a:pt x="13067" y="13286"/>
                </a:lnTo>
                <a:lnTo>
                  <a:pt x="12605" y="13261"/>
                </a:lnTo>
                <a:lnTo>
                  <a:pt x="12362" y="13213"/>
                </a:lnTo>
                <a:lnTo>
                  <a:pt x="12240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97" y="13261"/>
                </a:lnTo>
                <a:lnTo>
                  <a:pt x="11972" y="13334"/>
                </a:lnTo>
                <a:lnTo>
                  <a:pt x="12021" y="13383"/>
                </a:lnTo>
                <a:lnTo>
                  <a:pt x="12143" y="13505"/>
                </a:lnTo>
                <a:lnTo>
                  <a:pt x="12289" y="13578"/>
                </a:lnTo>
                <a:lnTo>
                  <a:pt x="12483" y="13626"/>
                </a:lnTo>
                <a:lnTo>
                  <a:pt x="12654" y="13651"/>
                </a:lnTo>
                <a:lnTo>
                  <a:pt x="12240" y="13943"/>
                </a:lnTo>
                <a:lnTo>
                  <a:pt x="12143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67" y="13724"/>
                </a:lnTo>
                <a:lnTo>
                  <a:pt x="11218" y="13748"/>
                </a:lnTo>
                <a:lnTo>
                  <a:pt x="11218" y="13821"/>
                </a:lnTo>
                <a:lnTo>
                  <a:pt x="11242" y="13894"/>
                </a:lnTo>
                <a:lnTo>
                  <a:pt x="11315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802" y="14210"/>
                </a:lnTo>
                <a:lnTo>
                  <a:pt x="11437" y="14381"/>
                </a:lnTo>
                <a:lnTo>
                  <a:pt x="11388" y="14332"/>
                </a:lnTo>
                <a:lnTo>
                  <a:pt x="11315" y="14308"/>
                </a:lnTo>
                <a:lnTo>
                  <a:pt x="11194" y="14259"/>
                </a:lnTo>
                <a:lnTo>
                  <a:pt x="10902" y="14235"/>
                </a:lnTo>
                <a:lnTo>
                  <a:pt x="10634" y="14210"/>
                </a:lnTo>
                <a:lnTo>
                  <a:pt x="10512" y="14210"/>
                </a:lnTo>
                <a:lnTo>
                  <a:pt x="10391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391" y="14381"/>
                </a:lnTo>
                <a:lnTo>
                  <a:pt x="10488" y="14478"/>
                </a:lnTo>
                <a:lnTo>
                  <a:pt x="10610" y="14551"/>
                </a:lnTo>
                <a:lnTo>
                  <a:pt x="10731" y="14575"/>
                </a:lnTo>
                <a:lnTo>
                  <a:pt x="10877" y="14624"/>
                </a:lnTo>
                <a:lnTo>
                  <a:pt x="10512" y="14746"/>
                </a:lnTo>
                <a:lnTo>
                  <a:pt x="10318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7" y="14600"/>
                </a:lnTo>
                <a:lnTo>
                  <a:pt x="9709" y="14648"/>
                </a:lnTo>
                <a:lnTo>
                  <a:pt x="9661" y="14673"/>
                </a:lnTo>
                <a:lnTo>
                  <a:pt x="9685" y="14721"/>
                </a:lnTo>
                <a:lnTo>
                  <a:pt x="9734" y="14794"/>
                </a:lnTo>
                <a:lnTo>
                  <a:pt x="9807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88" y="14940"/>
                </a:lnTo>
                <a:lnTo>
                  <a:pt x="9539" y="14916"/>
                </a:lnTo>
                <a:lnTo>
                  <a:pt x="9417" y="14867"/>
                </a:lnTo>
                <a:lnTo>
                  <a:pt x="9223" y="14843"/>
                </a:lnTo>
                <a:lnTo>
                  <a:pt x="9150" y="14843"/>
                </a:lnTo>
                <a:lnTo>
                  <a:pt x="9052" y="14867"/>
                </a:lnTo>
                <a:lnTo>
                  <a:pt x="9004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4" y="15062"/>
                </a:lnTo>
                <a:lnTo>
                  <a:pt x="9004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497" y="15062"/>
                </a:lnTo>
                <a:lnTo>
                  <a:pt x="6157" y="14989"/>
                </a:lnTo>
                <a:lnTo>
                  <a:pt x="5816" y="14916"/>
                </a:lnTo>
                <a:lnTo>
                  <a:pt x="5451" y="14819"/>
                </a:lnTo>
                <a:lnTo>
                  <a:pt x="5135" y="14697"/>
                </a:lnTo>
                <a:lnTo>
                  <a:pt x="4794" y="14575"/>
                </a:lnTo>
                <a:lnTo>
                  <a:pt x="4478" y="14405"/>
                </a:lnTo>
                <a:lnTo>
                  <a:pt x="4162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6" y="13675"/>
                </a:lnTo>
                <a:lnTo>
                  <a:pt x="3018" y="13456"/>
                </a:lnTo>
                <a:lnTo>
                  <a:pt x="2775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118" y="12507"/>
                </a:lnTo>
                <a:lnTo>
                  <a:pt x="1899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50" y="10195"/>
                </a:lnTo>
                <a:lnTo>
                  <a:pt x="877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779" y="7397"/>
                </a:lnTo>
                <a:lnTo>
                  <a:pt x="852" y="6862"/>
                </a:lnTo>
                <a:lnTo>
                  <a:pt x="950" y="6351"/>
                </a:lnTo>
                <a:lnTo>
                  <a:pt x="1096" y="5840"/>
                </a:lnTo>
                <a:lnTo>
                  <a:pt x="1266" y="5353"/>
                </a:lnTo>
                <a:lnTo>
                  <a:pt x="1388" y="5061"/>
                </a:lnTo>
                <a:lnTo>
                  <a:pt x="1558" y="4745"/>
                </a:lnTo>
                <a:lnTo>
                  <a:pt x="1753" y="4404"/>
                </a:lnTo>
                <a:lnTo>
                  <a:pt x="1996" y="4064"/>
                </a:lnTo>
                <a:lnTo>
                  <a:pt x="2264" y="3699"/>
                </a:lnTo>
                <a:lnTo>
                  <a:pt x="2556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1" y="2263"/>
                </a:lnTo>
                <a:lnTo>
                  <a:pt x="4089" y="1922"/>
                </a:lnTo>
                <a:lnTo>
                  <a:pt x="4527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35" y="974"/>
                </a:lnTo>
                <a:lnTo>
                  <a:pt x="6327" y="925"/>
                </a:lnTo>
                <a:lnTo>
                  <a:pt x="6595" y="876"/>
                </a:lnTo>
                <a:lnTo>
                  <a:pt x="6887" y="828"/>
                </a:lnTo>
                <a:lnTo>
                  <a:pt x="7179" y="803"/>
                </a:lnTo>
                <a:lnTo>
                  <a:pt x="7544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3" y="25"/>
                </a:lnTo>
                <a:lnTo>
                  <a:pt x="7373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57" y="146"/>
                </a:lnTo>
                <a:lnTo>
                  <a:pt x="5841" y="219"/>
                </a:lnTo>
                <a:lnTo>
                  <a:pt x="5549" y="317"/>
                </a:lnTo>
                <a:lnTo>
                  <a:pt x="5232" y="438"/>
                </a:lnTo>
                <a:lnTo>
                  <a:pt x="4916" y="560"/>
                </a:lnTo>
                <a:lnTo>
                  <a:pt x="4332" y="876"/>
                </a:lnTo>
                <a:lnTo>
                  <a:pt x="3748" y="1217"/>
                </a:lnTo>
                <a:lnTo>
                  <a:pt x="3237" y="1606"/>
                </a:lnTo>
                <a:lnTo>
                  <a:pt x="2775" y="1995"/>
                </a:lnTo>
                <a:lnTo>
                  <a:pt x="2507" y="2239"/>
                </a:lnTo>
                <a:lnTo>
                  <a:pt x="2264" y="2482"/>
                </a:lnTo>
                <a:lnTo>
                  <a:pt x="2045" y="2725"/>
                </a:lnTo>
                <a:lnTo>
                  <a:pt x="1826" y="2993"/>
                </a:lnTo>
                <a:lnTo>
                  <a:pt x="1631" y="3261"/>
                </a:lnTo>
                <a:lnTo>
                  <a:pt x="1461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414" y="5962"/>
                </a:lnTo>
                <a:lnTo>
                  <a:pt x="220" y="6643"/>
                </a:lnTo>
                <a:lnTo>
                  <a:pt x="122" y="7008"/>
                </a:lnTo>
                <a:lnTo>
                  <a:pt x="74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25" y="8809"/>
                </a:lnTo>
                <a:lnTo>
                  <a:pt x="49" y="9174"/>
                </a:lnTo>
                <a:lnTo>
                  <a:pt x="98" y="9514"/>
                </a:lnTo>
                <a:lnTo>
                  <a:pt x="195" y="9879"/>
                </a:lnTo>
                <a:lnTo>
                  <a:pt x="268" y="10220"/>
                </a:lnTo>
                <a:lnTo>
                  <a:pt x="390" y="10560"/>
                </a:lnTo>
                <a:lnTo>
                  <a:pt x="512" y="10901"/>
                </a:lnTo>
                <a:lnTo>
                  <a:pt x="658" y="11242"/>
                </a:lnTo>
                <a:lnTo>
                  <a:pt x="804" y="11582"/>
                </a:lnTo>
                <a:lnTo>
                  <a:pt x="1169" y="12264"/>
                </a:lnTo>
                <a:lnTo>
                  <a:pt x="1388" y="12629"/>
                </a:lnTo>
                <a:lnTo>
                  <a:pt x="1631" y="12994"/>
                </a:lnTo>
                <a:lnTo>
                  <a:pt x="1899" y="13334"/>
                </a:lnTo>
                <a:lnTo>
                  <a:pt x="2166" y="13651"/>
                </a:lnTo>
                <a:lnTo>
                  <a:pt x="2434" y="13943"/>
                </a:lnTo>
                <a:lnTo>
                  <a:pt x="2750" y="14235"/>
                </a:lnTo>
                <a:lnTo>
                  <a:pt x="3042" y="14502"/>
                </a:lnTo>
                <a:lnTo>
                  <a:pt x="3383" y="14746"/>
                </a:lnTo>
                <a:lnTo>
                  <a:pt x="3699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794" y="15500"/>
                </a:lnTo>
                <a:lnTo>
                  <a:pt x="5184" y="15622"/>
                </a:lnTo>
                <a:lnTo>
                  <a:pt x="5597" y="15743"/>
                </a:lnTo>
                <a:lnTo>
                  <a:pt x="6011" y="15816"/>
                </a:lnTo>
                <a:lnTo>
                  <a:pt x="6424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52" y="15914"/>
                </a:lnTo>
                <a:lnTo>
                  <a:pt x="8590" y="15889"/>
                </a:lnTo>
                <a:lnTo>
                  <a:pt x="9004" y="15841"/>
                </a:lnTo>
                <a:lnTo>
                  <a:pt x="9442" y="15768"/>
                </a:lnTo>
                <a:lnTo>
                  <a:pt x="9855" y="15670"/>
                </a:lnTo>
                <a:lnTo>
                  <a:pt x="10245" y="15573"/>
                </a:lnTo>
                <a:lnTo>
                  <a:pt x="10658" y="15451"/>
                </a:lnTo>
                <a:lnTo>
                  <a:pt x="11048" y="15305"/>
                </a:lnTo>
                <a:lnTo>
                  <a:pt x="11461" y="15135"/>
                </a:lnTo>
                <a:lnTo>
                  <a:pt x="11826" y="14940"/>
                </a:lnTo>
                <a:lnTo>
                  <a:pt x="12216" y="14721"/>
                </a:lnTo>
                <a:lnTo>
                  <a:pt x="12581" y="14478"/>
                </a:lnTo>
                <a:lnTo>
                  <a:pt x="12921" y="14235"/>
                </a:lnTo>
                <a:lnTo>
                  <a:pt x="13286" y="13943"/>
                </a:lnTo>
                <a:lnTo>
                  <a:pt x="13603" y="13651"/>
                </a:lnTo>
                <a:lnTo>
                  <a:pt x="13895" y="13334"/>
                </a:lnTo>
                <a:lnTo>
                  <a:pt x="14187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60" y="11582"/>
                </a:lnTo>
                <a:lnTo>
                  <a:pt x="15160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92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17" y="7957"/>
                </a:lnTo>
                <a:lnTo>
                  <a:pt x="15744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25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60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5" y="2458"/>
                </a:lnTo>
                <a:lnTo>
                  <a:pt x="13603" y="2141"/>
                </a:lnTo>
                <a:lnTo>
                  <a:pt x="13286" y="1849"/>
                </a:lnTo>
                <a:lnTo>
                  <a:pt x="12970" y="1582"/>
                </a:lnTo>
                <a:lnTo>
                  <a:pt x="12654" y="1363"/>
                </a:lnTo>
                <a:lnTo>
                  <a:pt x="12313" y="1144"/>
                </a:lnTo>
                <a:lnTo>
                  <a:pt x="11948" y="949"/>
                </a:lnTo>
                <a:lnTo>
                  <a:pt x="11607" y="779"/>
                </a:lnTo>
                <a:lnTo>
                  <a:pt x="11218" y="609"/>
                </a:lnTo>
                <a:lnTo>
                  <a:pt x="10853" y="487"/>
                </a:lnTo>
                <a:lnTo>
                  <a:pt x="10464" y="365"/>
                </a:lnTo>
                <a:lnTo>
                  <a:pt x="10099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1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D9EEB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1"/>
          <p:cNvSpPr txBox="1">
            <a:spLocks noGrp="1"/>
          </p:cNvSpPr>
          <p:nvPr>
            <p:ph type="title"/>
          </p:nvPr>
        </p:nvSpPr>
        <p:spPr>
          <a:xfrm>
            <a:off x="747925" y="225025"/>
            <a:ext cx="61404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Sentiment Analysis</a:t>
            </a:r>
            <a:endParaRPr/>
          </a:p>
        </p:txBody>
      </p:sp>
      <p:sp>
        <p:nvSpPr>
          <p:cNvPr id="612" name="Google Shape;612;p21"/>
          <p:cNvSpPr txBox="1">
            <a:spLocks noGrp="1"/>
          </p:cNvSpPr>
          <p:nvPr>
            <p:ph type="sldNum" idx="12"/>
          </p:nvPr>
        </p:nvSpPr>
        <p:spPr>
          <a:xfrm>
            <a:off x="90619" y="472273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613" name="Google Shape;6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9332" y="1327582"/>
            <a:ext cx="3657599" cy="2670048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21"/>
          <p:cNvSpPr txBox="1">
            <a:spLocks noGrp="1"/>
          </p:cNvSpPr>
          <p:nvPr>
            <p:ph type="body" idx="1"/>
          </p:nvPr>
        </p:nvSpPr>
        <p:spPr>
          <a:xfrm>
            <a:off x="747925" y="3997275"/>
            <a:ext cx="64278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600"/>
              </a:spcBef>
              <a:spcAft>
                <a:spcPts val="0"/>
              </a:spcAft>
              <a:buSzPts val="1200"/>
              <a:buChar char="✘"/>
            </a:pPr>
            <a:r>
              <a:rPr lang="en" sz="1200"/>
              <a:t>The apartment and/or bathroom (especially the shower) are dirty.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✘"/>
            </a:pPr>
            <a:r>
              <a:rPr lang="en" sz="1200"/>
              <a:t>Problems in communicating with the host.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✘"/>
            </a:pPr>
            <a:r>
              <a:rPr lang="en" sz="1200"/>
              <a:t>The area is too noisy and is disruptive during the night.</a:t>
            </a:r>
            <a:endParaRPr sz="1200"/>
          </a:p>
        </p:txBody>
      </p:sp>
      <p:sp>
        <p:nvSpPr>
          <p:cNvPr id="615" name="Google Shape;615;p21"/>
          <p:cNvSpPr/>
          <p:nvPr/>
        </p:nvSpPr>
        <p:spPr>
          <a:xfrm>
            <a:off x="2900163" y="624089"/>
            <a:ext cx="346205" cy="348325"/>
          </a:xfrm>
          <a:custGeom>
            <a:avLst/>
            <a:gdLst/>
            <a:ahLst/>
            <a:cxnLst/>
            <a:rect l="l" t="t" r="r" b="b"/>
            <a:pathLst>
              <a:path w="15841" h="15938" extrusionOk="0">
                <a:moveTo>
                  <a:pt x="4502" y="7470"/>
                </a:moveTo>
                <a:lnTo>
                  <a:pt x="4575" y="7495"/>
                </a:lnTo>
                <a:lnTo>
                  <a:pt x="4648" y="7543"/>
                </a:lnTo>
                <a:lnTo>
                  <a:pt x="4696" y="7616"/>
                </a:lnTo>
                <a:lnTo>
                  <a:pt x="4721" y="7714"/>
                </a:lnTo>
                <a:lnTo>
                  <a:pt x="4721" y="7787"/>
                </a:lnTo>
                <a:lnTo>
                  <a:pt x="4696" y="7908"/>
                </a:lnTo>
                <a:lnTo>
                  <a:pt x="4623" y="7981"/>
                </a:lnTo>
                <a:lnTo>
                  <a:pt x="4550" y="8054"/>
                </a:lnTo>
                <a:lnTo>
                  <a:pt x="4429" y="8079"/>
                </a:lnTo>
                <a:lnTo>
                  <a:pt x="4307" y="8054"/>
                </a:lnTo>
                <a:lnTo>
                  <a:pt x="4234" y="7981"/>
                </a:lnTo>
                <a:lnTo>
                  <a:pt x="4161" y="7908"/>
                </a:lnTo>
                <a:lnTo>
                  <a:pt x="4137" y="7787"/>
                </a:lnTo>
                <a:lnTo>
                  <a:pt x="4161" y="7665"/>
                </a:lnTo>
                <a:lnTo>
                  <a:pt x="4234" y="7543"/>
                </a:lnTo>
                <a:lnTo>
                  <a:pt x="4307" y="7495"/>
                </a:lnTo>
                <a:lnTo>
                  <a:pt x="4404" y="7470"/>
                </a:lnTo>
                <a:close/>
                <a:moveTo>
                  <a:pt x="10877" y="7470"/>
                </a:moveTo>
                <a:lnTo>
                  <a:pt x="10950" y="7495"/>
                </a:lnTo>
                <a:lnTo>
                  <a:pt x="11023" y="7543"/>
                </a:lnTo>
                <a:lnTo>
                  <a:pt x="11071" y="7616"/>
                </a:lnTo>
                <a:lnTo>
                  <a:pt x="11096" y="7714"/>
                </a:lnTo>
                <a:lnTo>
                  <a:pt x="11096" y="7787"/>
                </a:lnTo>
                <a:lnTo>
                  <a:pt x="11071" y="7908"/>
                </a:lnTo>
                <a:lnTo>
                  <a:pt x="10998" y="7981"/>
                </a:lnTo>
                <a:lnTo>
                  <a:pt x="10926" y="8054"/>
                </a:lnTo>
                <a:lnTo>
                  <a:pt x="10804" y="8079"/>
                </a:lnTo>
                <a:lnTo>
                  <a:pt x="10682" y="8054"/>
                </a:lnTo>
                <a:lnTo>
                  <a:pt x="10609" y="7981"/>
                </a:lnTo>
                <a:lnTo>
                  <a:pt x="10536" y="7908"/>
                </a:lnTo>
                <a:lnTo>
                  <a:pt x="10512" y="7787"/>
                </a:lnTo>
                <a:lnTo>
                  <a:pt x="10536" y="7665"/>
                </a:lnTo>
                <a:lnTo>
                  <a:pt x="10609" y="7543"/>
                </a:lnTo>
                <a:lnTo>
                  <a:pt x="10682" y="7495"/>
                </a:lnTo>
                <a:lnTo>
                  <a:pt x="10780" y="7470"/>
                </a:lnTo>
                <a:close/>
                <a:moveTo>
                  <a:pt x="4477" y="7081"/>
                </a:moveTo>
                <a:lnTo>
                  <a:pt x="4307" y="7105"/>
                </a:lnTo>
                <a:lnTo>
                  <a:pt x="4137" y="7178"/>
                </a:lnTo>
                <a:lnTo>
                  <a:pt x="4015" y="7300"/>
                </a:lnTo>
                <a:lnTo>
                  <a:pt x="3893" y="7446"/>
                </a:lnTo>
                <a:lnTo>
                  <a:pt x="3820" y="7568"/>
                </a:lnTo>
                <a:lnTo>
                  <a:pt x="3772" y="7714"/>
                </a:lnTo>
                <a:lnTo>
                  <a:pt x="3723" y="7835"/>
                </a:lnTo>
                <a:lnTo>
                  <a:pt x="3723" y="7981"/>
                </a:lnTo>
                <a:lnTo>
                  <a:pt x="3674" y="8225"/>
                </a:lnTo>
                <a:lnTo>
                  <a:pt x="3674" y="8395"/>
                </a:lnTo>
                <a:lnTo>
                  <a:pt x="3723" y="8565"/>
                </a:lnTo>
                <a:lnTo>
                  <a:pt x="3772" y="8711"/>
                </a:lnTo>
                <a:lnTo>
                  <a:pt x="3869" y="8833"/>
                </a:lnTo>
                <a:lnTo>
                  <a:pt x="3966" y="8955"/>
                </a:lnTo>
                <a:lnTo>
                  <a:pt x="4088" y="9028"/>
                </a:lnTo>
                <a:lnTo>
                  <a:pt x="4234" y="9101"/>
                </a:lnTo>
                <a:lnTo>
                  <a:pt x="4404" y="9149"/>
                </a:lnTo>
                <a:lnTo>
                  <a:pt x="4599" y="9174"/>
                </a:lnTo>
                <a:lnTo>
                  <a:pt x="4769" y="9149"/>
                </a:lnTo>
                <a:lnTo>
                  <a:pt x="4940" y="9101"/>
                </a:lnTo>
                <a:lnTo>
                  <a:pt x="5086" y="9028"/>
                </a:lnTo>
                <a:lnTo>
                  <a:pt x="5207" y="8930"/>
                </a:lnTo>
                <a:lnTo>
                  <a:pt x="5329" y="8809"/>
                </a:lnTo>
                <a:lnTo>
                  <a:pt x="5426" y="8663"/>
                </a:lnTo>
                <a:lnTo>
                  <a:pt x="5499" y="8517"/>
                </a:lnTo>
                <a:lnTo>
                  <a:pt x="5548" y="8346"/>
                </a:lnTo>
                <a:lnTo>
                  <a:pt x="5572" y="8176"/>
                </a:lnTo>
                <a:lnTo>
                  <a:pt x="5548" y="8006"/>
                </a:lnTo>
                <a:lnTo>
                  <a:pt x="5524" y="7835"/>
                </a:lnTo>
                <a:lnTo>
                  <a:pt x="5475" y="7689"/>
                </a:lnTo>
                <a:lnTo>
                  <a:pt x="5402" y="7519"/>
                </a:lnTo>
                <a:lnTo>
                  <a:pt x="5280" y="7397"/>
                </a:lnTo>
                <a:lnTo>
                  <a:pt x="5134" y="7251"/>
                </a:lnTo>
                <a:lnTo>
                  <a:pt x="4988" y="7154"/>
                </a:lnTo>
                <a:lnTo>
                  <a:pt x="4818" y="7105"/>
                </a:lnTo>
                <a:lnTo>
                  <a:pt x="4648" y="7081"/>
                </a:lnTo>
                <a:close/>
                <a:moveTo>
                  <a:pt x="10853" y="7081"/>
                </a:moveTo>
                <a:lnTo>
                  <a:pt x="10682" y="7105"/>
                </a:lnTo>
                <a:lnTo>
                  <a:pt x="10512" y="7178"/>
                </a:lnTo>
                <a:lnTo>
                  <a:pt x="10390" y="7300"/>
                </a:lnTo>
                <a:lnTo>
                  <a:pt x="10269" y="7446"/>
                </a:lnTo>
                <a:lnTo>
                  <a:pt x="10196" y="7568"/>
                </a:lnTo>
                <a:lnTo>
                  <a:pt x="10147" y="7714"/>
                </a:lnTo>
                <a:lnTo>
                  <a:pt x="10098" y="7835"/>
                </a:lnTo>
                <a:lnTo>
                  <a:pt x="10098" y="7981"/>
                </a:lnTo>
                <a:lnTo>
                  <a:pt x="10050" y="8225"/>
                </a:lnTo>
                <a:lnTo>
                  <a:pt x="10050" y="8395"/>
                </a:lnTo>
                <a:lnTo>
                  <a:pt x="10098" y="8565"/>
                </a:lnTo>
                <a:lnTo>
                  <a:pt x="10147" y="8711"/>
                </a:lnTo>
                <a:lnTo>
                  <a:pt x="10244" y="8833"/>
                </a:lnTo>
                <a:lnTo>
                  <a:pt x="10342" y="8955"/>
                </a:lnTo>
                <a:lnTo>
                  <a:pt x="10463" y="9028"/>
                </a:lnTo>
                <a:lnTo>
                  <a:pt x="10609" y="9101"/>
                </a:lnTo>
                <a:lnTo>
                  <a:pt x="10780" y="9149"/>
                </a:lnTo>
                <a:lnTo>
                  <a:pt x="10974" y="9174"/>
                </a:lnTo>
                <a:lnTo>
                  <a:pt x="11144" y="9149"/>
                </a:lnTo>
                <a:lnTo>
                  <a:pt x="11315" y="9101"/>
                </a:lnTo>
                <a:lnTo>
                  <a:pt x="11461" y="9028"/>
                </a:lnTo>
                <a:lnTo>
                  <a:pt x="11582" y="8930"/>
                </a:lnTo>
                <a:lnTo>
                  <a:pt x="11704" y="8809"/>
                </a:lnTo>
                <a:lnTo>
                  <a:pt x="11801" y="8663"/>
                </a:lnTo>
                <a:lnTo>
                  <a:pt x="11874" y="8517"/>
                </a:lnTo>
                <a:lnTo>
                  <a:pt x="11923" y="8346"/>
                </a:lnTo>
                <a:lnTo>
                  <a:pt x="11947" y="8176"/>
                </a:lnTo>
                <a:lnTo>
                  <a:pt x="11923" y="8006"/>
                </a:lnTo>
                <a:lnTo>
                  <a:pt x="11899" y="7835"/>
                </a:lnTo>
                <a:lnTo>
                  <a:pt x="11850" y="7689"/>
                </a:lnTo>
                <a:lnTo>
                  <a:pt x="11777" y="7519"/>
                </a:lnTo>
                <a:lnTo>
                  <a:pt x="11655" y="7397"/>
                </a:lnTo>
                <a:lnTo>
                  <a:pt x="11509" y="7251"/>
                </a:lnTo>
                <a:lnTo>
                  <a:pt x="11363" y="7154"/>
                </a:lnTo>
                <a:lnTo>
                  <a:pt x="11193" y="7105"/>
                </a:lnTo>
                <a:lnTo>
                  <a:pt x="11023" y="7081"/>
                </a:lnTo>
                <a:close/>
                <a:moveTo>
                  <a:pt x="7787" y="10244"/>
                </a:moveTo>
                <a:lnTo>
                  <a:pt x="7470" y="10268"/>
                </a:lnTo>
                <a:lnTo>
                  <a:pt x="7154" y="10293"/>
                </a:lnTo>
                <a:lnTo>
                  <a:pt x="6643" y="10390"/>
                </a:lnTo>
                <a:lnTo>
                  <a:pt x="6132" y="10536"/>
                </a:lnTo>
                <a:lnTo>
                  <a:pt x="5645" y="10731"/>
                </a:lnTo>
                <a:lnTo>
                  <a:pt x="5159" y="10950"/>
                </a:lnTo>
                <a:lnTo>
                  <a:pt x="4745" y="11144"/>
                </a:lnTo>
                <a:lnTo>
                  <a:pt x="4502" y="11266"/>
                </a:lnTo>
                <a:lnTo>
                  <a:pt x="4283" y="11388"/>
                </a:lnTo>
                <a:lnTo>
                  <a:pt x="4088" y="11534"/>
                </a:lnTo>
                <a:lnTo>
                  <a:pt x="3918" y="11704"/>
                </a:lnTo>
                <a:lnTo>
                  <a:pt x="3772" y="11899"/>
                </a:lnTo>
                <a:lnTo>
                  <a:pt x="3723" y="11996"/>
                </a:lnTo>
                <a:lnTo>
                  <a:pt x="3699" y="12118"/>
                </a:lnTo>
                <a:lnTo>
                  <a:pt x="3699" y="12166"/>
                </a:lnTo>
                <a:lnTo>
                  <a:pt x="3699" y="12239"/>
                </a:lnTo>
                <a:lnTo>
                  <a:pt x="3747" y="12288"/>
                </a:lnTo>
                <a:lnTo>
                  <a:pt x="3796" y="12312"/>
                </a:lnTo>
                <a:lnTo>
                  <a:pt x="3918" y="12312"/>
                </a:lnTo>
                <a:lnTo>
                  <a:pt x="3966" y="12288"/>
                </a:lnTo>
                <a:lnTo>
                  <a:pt x="4015" y="12239"/>
                </a:lnTo>
                <a:lnTo>
                  <a:pt x="4161" y="12093"/>
                </a:lnTo>
                <a:lnTo>
                  <a:pt x="4307" y="11947"/>
                </a:lnTo>
                <a:lnTo>
                  <a:pt x="4502" y="11826"/>
                </a:lnTo>
                <a:lnTo>
                  <a:pt x="4721" y="11704"/>
                </a:lnTo>
                <a:lnTo>
                  <a:pt x="5134" y="11509"/>
                </a:lnTo>
                <a:lnTo>
                  <a:pt x="5524" y="11339"/>
                </a:lnTo>
                <a:lnTo>
                  <a:pt x="5937" y="11169"/>
                </a:lnTo>
                <a:lnTo>
                  <a:pt x="6375" y="11023"/>
                </a:lnTo>
                <a:lnTo>
                  <a:pt x="6813" y="10901"/>
                </a:lnTo>
                <a:lnTo>
                  <a:pt x="7032" y="10852"/>
                </a:lnTo>
                <a:lnTo>
                  <a:pt x="7276" y="10828"/>
                </a:lnTo>
                <a:lnTo>
                  <a:pt x="7835" y="10804"/>
                </a:lnTo>
                <a:lnTo>
                  <a:pt x="8419" y="10828"/>
                </a:lnTo>
                <a:lnTo>
                  <a:pt x="9003" y="10901"/>
                </a:lnTo>
                <a:lnTo>
                  <a:pt x="9295" y="10950"/>
                </a:lnTo>
                <a:lnTo>
                  <a:pt x="9587" y="11023"/>
                </a:lnTo>
                <a:lnTo>
                  <a:pt x="9879" y="11120"/>
                </a:lnTo>
                <a:lnTo>
                  <a:pt x="10147" y="11242"/>
                </a:lnTo>
                <a:lnTo>
                  <a:pt x="10415" y="11363"/>
                </a:lnTo>
                <a:lnTo>
                  <a:pt x="10658" y="11509"/>
                </a:lnTo>
                <a:lnTo>
                  <a:pt x="10901" y="11655"/>
                </a:lnTo>
                <a:lnTo>
                  <a:pt x="11120" y="11850"/>
                </a:lnTo>
                <a:lnTo>
                  <a:pt x="11315" y="12045"/>
                </a:lnTo>
                <a:lnTo>
                  <a:pt x="11485" y="12288"/>
                </a:lnTo>
                <a:lnTo>
                  <a:pt x="11582" y="12361"/>
                </a:lnTo>
                <a:lnTo>
                  <a:pt x="11680" y="12410"/>
                </a:lnTo>
                <a:lnTo>
                  <a:pt x="11777" y="12410"/>
                </a:lnTo>
                <a:lnTo>
                  <a:pt x="11874" y="12361"/>
                </a:lnTo>
                <a:lnTo>
                  <a:pt x="11947" y="12288"/>
                </a:lnTo>
                <a:lnTo>
                  <a:pt x="11996" y="12215"/>
                </a:lnTo>
                <a:lnTo>
                  <a:pt x="12020" y="12118"/>
                </a:lnTo>
                <a:lnTo>
                  <a:pt x="11972" y="12020"/>
                </a:lnTo>
                <a:lnTo>
                  <a:pt x="11753" y="11753"/>
                </a:lnTo>
                <a:lnTo>
                  <a:pt x="11534" y="11509"/>
                </a:lnTo>
                <a:lnTo>
                  <a:pt x="11290" y="11290"/>
                </a:lnTo>
                <a:lnTo>
                  <a:pt x="11023" y="11096"/>
                </a:lnTo>
                <a:lnTo>
                  <a:pt x="10731" y="10925"/>
                </a:lnTo>
                <a:lnTo>
                  <a:pt x="10439" y="10779"/>
                </a:lnTo>
                <a:lnTo>
                  <a:pt x="10123" y="10633"/>
                </a:lnTo>
                <a:lnTo>
                  <a:pt x="9806" y="10536"/>
                </a:lnTo>
                <a:lnTo>
                  <a:pt x="9466" y="10439"/>
                </a:lnTo>
                <a:lnTo>
                  <a:pt x="9149" y="10366"/>
                </a:lnTo>
                <a:lnTo>
                  <a:pt x="8809" y="10317"/>
                </a:lnTo>
                <a:lnTo>
                  <a:pt x="8468" y="10268"/>
                </a:lnTo>
                <a:lnTo>
                  <a:pt x="8127" y="10244"/>
                </a:lnTo>
                <a:close/>
                <a:moveTo>
                  <a:pt x="8517" y="682"/>
                </a:moveTo>
                <a:lnTo>
                  <a:pt x="8663" y="706"/>
                </a:lnTo>
                <a:lnTo>
                  <a:pt x="9125" y="755"/>
                </a:lnTo>
                <a:lnTo>
                  <a:pt x="9563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0" y="1241"/>
                </a:lnTo>
                <a:lnTo>
                  <a:pt x="11461" y="1411"/>
                </a:lnTo>
                <a:lnTo>
                  <a:pt x="11777" y="1557"/>
                </a:lnTo>
                <a:lnTo>
                  <a:pt x="11777" y="1582"/>
                </a:lnTo>
                <a:lnTo>
                  <a:pt x="11728" y="1655"/>
                </a:lnTo>
                <a:lnTo>
                  <a:pt x="11753" y="1752"/>
                </a:lnTo>
                <a:lnTo>
                  <a:pt x="11777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72" y="1776"/>
                </a:lnTo>
                <a:lnTo>
                  <a:pt x="11996" y="1752"/>
                </a:lnTo>
                <a:lnTo>
                  <a:pt x="12020" y="1728"/>
                </a:lnTo>
                <a:lnTo>
                  <a:pt x="12045" y="1728"/>
                </a:lnTo>
                <a:lnTo>
                  <a:pt x="12142" y="1801"/>
                </a:lnTo>
                <a:lnTo>
                  <a:pt x="12118" y="1874"/>
                </a:lnTo>
                <a:lnTo>
                  <a:pt x="12093" y="1947"/>
                </a:lnTo>
                <a:lnTo>
                  <a:pt x="12118" y="1995"/>
                </a:lnTo>
                <a:lnTo>
                  <a:pt x="12142" y="2020"/>
                </a:lnTo>
                <a:lnTo>
                  <a:pt x="12191" y="2044"/>
                </a:lnTo>
                <a:lnTo>
                  <a:pt x="12215" y="2020"/>
                </a:lnTo>
                <a:lnTo>
                  <a:pt x="12264" y="1995"/>
                </a:lnTo>
                <a:lnTo>
                  <a:pt x="12337" y="1922"/>
                </a:lnTo>
                <a:lnTo>
                  <a:pt x="12556" y="2068"/>
                </a:lnTo>
                <a:lnTo>
                  <a:pt x="12507" y="2190"/>
                </a:lnTo>
                <a:lnTo>
                  <a:pt x="12507" y="2239"/>
                </a:lnTo>
                <a:lnTo>
                  <a:pt x="12507" y="2336"/>
                </a:lnTo>
                <a:lnTo>
                  <a:pt x="12531" y="2385"/>
                </a:lnTo>
                <a:lnTo>
                  <a:pt x="12556" y="2409"/>
                </a:lnTo>
                <a:lnTo>
                  <a:pt x="12604" y="2409"/>
                </a:lnTo>
                <a:lnTo>
                  <a:pt x="12653" y="2385"/>
                </a:lnTo>
                <a:lnTo>
                  <a:pt x="12702" y="2360"/>
                </a:lnTo>
                <a:lnTo>
                  <a:pt x="12750" y="2287"/>
                </a:lnTo>
                <a:lnTo>
                  <a:pt x="12775" y="2239"/>
                </a:lnTo>
                <a:lnTo>
                  <a:pt x="12969" y="2409"/>
                </a:lnTo>
                <a:lnTo>
                  <a:pt x="12896" y="2531"/>
                </a:lnTo>
                <a:lnTo>
                  <a:pt x="12848" y="2604"/>
                </a:lnTo>
                <a:lnTo>
                  <a:pt x="12848" y="2677"/>
                </a:lnTo>
                <a:lnTo>
                  <a:pt x="12848" y="2725"/>
                </a:lnTo>
                <a:lnTo>
                  <a:pt x="12872" y="2750"/>
                </a:lnTo>
                <a:lnTo>
                  <a:pt x="12921" y="2774"/>
                </a:lnTo>
                <a:lnTo>
                  <a:pt x="12969" y="2774"/>
                </a:lnTo>
                <a:lnTo>
                  <a:pt x="13091" y="2701"/>
                </a:lnTo>
                <a:lnTo>
                  <a:pt x="13188" y="2604"/>
                </a:lnTo>
                <a:lnTo>
                  <a:pt x="13310" y="2725"/>
                </a:lnTo>
                <a:lnTo>
                  <a:pt x="13407" y="2823"/>
                </a:lnTo>
                <a:lnTo>
                  <a:pt x="13261" y="3017"/>
                </a:lnTo>
                <a:lnTo>
                  <a:pt x="13237" y="3066"/>
                </a:lnTo>
                <a:lnTo>
                  <a:pt x="13188" y="3163"/>
                </a:lnTo>
                <a:lnTo>
                  <a:pt x="13188" y="3236"/>
                </a:lnTo>
                <a:lnTo>
                  <a:pt x="13213" y="3285"/>
                </a:lnTo>
                <a:lnTo>
                  <a:pt x="13237" y="3309"/>
                </a:lnTo>
                <a:lnTo>
                  <a:pt x="13334" y="3285"/>
                </a:lnTo>
                <a:lnTo>
                  <a:pt x="13407" y="3236"/>
                </a:lnTo>
                <a:lnTo>
                  <a:pt x="13553" y="3115"/>
                </a:lnTo>
                <a:lnTo>
                  <a:pt x="13602" y="3042"/>
                </a:lnTo>
                <a:lnTo>
                  <a:pt x="13797" y="3309"/>
                </a:lnTo>
                <a:lnTo>
                  <a:pt x="13699" y="3407"/>
                </a:lnTo>
                <a:lnTo>
                  <a:pt x="13553" y="3504"/>
                </a:lnTo>
                <a:lnTo>
                  <a:pt x="13505" y="3577"/>
                </a:lnTo>
                <a:lnTo>
                  <a:pt x="13480" y="3650"/>
                </a:lnTo>
                <a:lnTo>
                  <a:pt x="13480" y="3699"/>
                </a:lnTo>
                <a:lnTo>
                  <a:pt x="13529" y="3723"/>
                </a:lnTo>
                <a:lnTo>
                  <a:pt x="13626" y="3747"/>
                </a:lnTo>
                <a:lnTo>
                  <a:pt x="13699" y="3723"/>
                </a:lnTo>
                <a:lnTo>
                  <a:pt x="13797" y="3674"/>
                </a:lnTo>
                <a:lnTo>
                  <a:pt x="13870" y="3626"/>
                </a:lnTo>
                <a:lnTo>
                  <a:pt x="13967" y="3577"/>
                </a:lnTo>
                <a:lnTo>
                  <a:pt x="14162" y="3918"/>
                </a:lnTo>
                <a:lnTo>
                  <a:pt x="14064" y="3991"/>
                </a:lnTo>
                <a:lnTo>
                  <a:pt x="13870" y="4161"/>
                </a:lnTo>
                <a:lnTo>
                  <a:pt x="13772" y="4234"/>
                </a:lnTo>
                <a:lnTo>
                  <a:pt x="13724" y="4331"/>
                </a:lnTo>
                <a:lnTo>
                  <a:pt x="13724" y="4356"/>
                </a:lnTo>
                <a:lnTo>
                  <a:pt x="13724" y="4380"/>
                </a:lnTo>
                <a:lnTo>
                  <a:pt x="13845" y="4380"/>
                </a:lnTo>
                <a:lnTo>
                  <a:pt x="13967" y="4356"/>
                </a:lnTo>
                <a:lnTo>
                  <a:pt x="14089" y="4307"/>
                </a:lnTo>
                <a:lnTo>
                  <a:pt x="14186" y="4234"/>
                </a:lnTo>
                <a:lnTo>
                  <a:pt x="14308" y="4161"/>
                </a:lnTo>
                <a:lnTo>
                  <a:pt x="14527" y="4696"/>
                </a:lnTo>
                <a:lnTo>
                  <a:pt x="14356" y="4769"/>
                </a:lnTo>
                <a:lnTo>
                  <a:pt x="14210" y="4842"/>
                </a:lnTo>
                <a:lnTo>
                  <a:pt x="14089" y="4940"/>
                </a:lnTo>
                <a:lnTo>
                  <a:pt x="13967" y="5061"/>
                </a:lnTo>
                <a:lnTo>
                  <a:pt x="13943" y="5134"/>
                </a:lnTo>
                <a:lnTo>
                  <a:pt x="13918" y="5207"/>
                </a:lnTo>
                <a:lnTo>
                  <a:pt x="13918" y="5256"/>
                </a:lnTo>
                <a:lnTo>
                  <a:pt x="13943" y="5280"/>
                </a:lnTo>
                <a:lnTo>
                  <a:pt x="13967" y="5305"/>
                </a:lnTo>
                <a:lnTo>
                  <a:pt x="14016" y="5305"/>
                </a:lnTo>
                <a:lnTo>
                  <a:pt x="14137" y="5256"/>
                </a:lnTo>
                <a:lnTo>
                  <a:pt x="14259" y="5183"/>
                </a:lnTo>
                <a:lnTo>
                  <a:pt x="14551" y="5037"/>
                </a:lnTo>
                <a:lnTo>
                  <a:pt x="14624" y="5013"/>
                </a:lnTo>
                <a:lnTo>
                  <a:pt x="14770" y="5524"/>
                </a:lnTo>
                <a:lnTo>
                  <a:pt x="14454" y="5670"/>
                </a:lnTo>
                <a:lnTo>
                  <a:pt x="14186" y="5791"/>
                </a:lnTo>
                <a:lnTo>
                  <a:pt x="13943" y="5937"/>
                </a:lnTo>
                <a:lnTo>
                  <a:pt x="13943" y="5986"/>
                </a:lnTo>
                <a:lnTo>
                  <a:pt x="13943" y="6010"/>
                </a:lnTo>
                <a:lnTo>
                  <a:pt x="14113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51" y="6010"/>
                </a:lnTo>
                <a:lnTo>
                  <a:pt x="14867" y="5889"/>
                </a:lnTo>
                <a:lnTo>
                  <a:pt x="14989" y="6424"/>
                </a:lnTo>
                <a:lnTo>
                  <a:pt x="14819" y="6497"/>
                </a:lnTo>
                <a:lnTo>
                  <a:pt x="14429" y="6619"/>
                </a:lnTo>
                <a:lnTo>
                  <a:pt x="14040" y="6740"/>
                </a:lnTo>
                <a:lnTo>
                  <a:pt x="13991" y="6789"/>
                </a:lnTo>
                <a:lnTo>
                  <a:pt x="13991" y="6813"/>
                </a:lnTo>
                <a:lnTo>
                  <a:pt x="14016" y="6862"/>
                </a:lnTo>
                <a:lnTo>
                  <a:pt x="14064" y="6886"/>
                </a:lnTo>
                <a:lnTo>
                  <a:pt x="14235" y="6886"/>
                </a:lnTo>
                <a:lnTo>
                  <a:pt x="14429" y="6862"/>
                </a:lnTo>
                <a:lnTo>
                  <a:pt x="14794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67" y="7227"/>
                </a:lnTo>
                <a:lnTo>
                  <a:pt x="14454" y="7349"/>
                </a:lnTo>
                <a:lnTo>
                  <a:pt x="14259" y="7422"/>
                </a:lnTo>
                <a:lnTo>
                  <a:pt x="14064" y="7543"/>
                </a:lnTo>
                <a:lnTo>
                  <a:pt x="14040" y="7592"/>
                </a:lnTo>
                <a:lnTo>
                  <a:pt x="14040" y="7665"/>
                </a:lnTo>
                <a:lnTo>
                  <a:pt x="14089" y="7714"/>
                </a:lnTo>
                <a:lnTo>
                  <a:pt x="14162" y="7738"/>
                </a:lnTo>
                <a:lnTo>
                  <a:pt x="14356" y="7714"/>
                </a:lnTo>
                <a:lnTo>
                  <a:pt x="14551" y="7665"/>
                </a:lnTo>
                <a:lnTo>
                  <a:pt x="14940" y="7568"/>
                </a:lnTo>
                <a:lnTo>
                  <a:pt x="15159" y="7519"/>
                </a:lnTo>
                <a:lnTo>
                  <a:pt x="15208" y="7981"/>
                </a:lnTo>
                <a:lnTo>
                  <a:pt x="14892" y="8030"/>
                </a:lnTo>
                <a:lnTo>
                  <a:pt x="14648" y="8054"/>
                </a:lnTo>
                <a:lnTo>
                  <a:pt x="14381" y="8079"/>
                </a:lnTo>
                <a:lnTo>
                  <a:pt x="14259" y="8103"/>
                </a:lnTo>
                <a:lnTo>
                  <a:pt x="14137" y="8152"/>
                </a:lnTo>
                <a:lnTo>
                  <a:pt x="14040" y="8200"/>
                </a:lnTo>
                <a:lnTo>
                  <a:pt x="13943" y="8298"/>
                </a:lnTo>
                <a:lnTo>
                  <a:pt x="13918" y="8322"/>
                </a:lnTo>
                <a:lnTo>
                  <a:pt x="13918" y="8346"/>
                </a:lnTo>
                <a:lnTo>
                  <a:pt x="13943" y="8395"/>
                </a:lnTo>
                <a:lnTo>
                  <a:pt x="13967" y="8395"/>
                </a:lnTo>
                <a:lnTo>
                  <a:pt x="14089" y="8419"/>
                </a:lnTo>
                <a:lnTo>
                  <a:pt x="14210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32" y="8395"/>
                </a:lnTo>
                <a:lnTo>
                  <a:pt x="15232" y="8857"/>
                </a:lnTo>
                <a:lnTo>
                  <a:pt x="14746" y="8882"/>
                </a:lnTo>
                <a:lnTo>
                  <a:pt x="14527" y="8882"/>
                </a:lnTo>
                <a:lnTo>
                  <a:pt x="14308" y="8906"/>
                </a:lnTo>
                <a:lnTo>
                  <a:pt x="14089" y="8955"/>
                </a:lnTo>
                <a:lnTo>
                  <a:pt x="13991" y="8979"/>
                </a:lnTo>
                <a:lnTo>
                  <a:pt x="13894" y="9028"/>
                </a:lnTo>
                <a:lnTo>
                  <a:pt x="13870" y="9052"/>
                </a:lnTo>
                <a:lnTo>
                  <a:pt x="13894" y="9076"/>
                </a:lnTo>
                <a:lnTo>
                  <a:pt x="13967" y="9125"/>
                </a:lnTo>
                <a:lnTo>
                  <a:pt x="14089" y="9174"/>
                </a:lnTo>
                <a:lnTo>
                  <a:pt x="14308" y="9222"/>
                </a:lnTo>
                <a:lnTo>
                  <a:pt x="14746" y="9222"/>
                </a:lnTo>
                <a:lnTo>
                  <a:pt x="14965" y="9247"/>
                </a:lnTo>
                <a:lnTo>
                  <a:pt x="15208" y="9247"/>
                </a:lnTo>
                <a:lnTo>
                  <a:pt x="15184" y="9465"/>
                </a:lnTo>
                <a:lnTo>
                  <a:pt x="14989" y="9514"/>
                </a:lnTo>
                <a:lnTo>
                  <a:pt x="14746" y="9563"/>
                </a:lnTo>
                <a:lnTo>
                  <a:pt x="14502" y="9660"/>
                </a:lnTo>
                <a:lnTo>
                  <a:pt x="14283" y="9757"/>
                </a:lnTo>
                <a:lnTo>
                  <a:pt x="14064" y="9879"/>
                </a:lnTo>
                <a:lnTo>
                  <a:pt x="14040" y="9903"/>
                </a:lnTo>
                <a:lnTo>
                  <a:pt x="14040" y="9952"/>
                </a:lnTo>
                <a:lnTo>
                  <a:pt x="14064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111" y="9879"/>
                </a:lnTo>
                <a:lnTo>
                  <a:pt x="14989" y="10390"/>
                </a:lnTo>
                <a:lnTo>
                  <a:pt x="14551" y="10463"/>
                </a:lnTo>
                <a:lnTo>
                  <a:pt x="14356" y="10487"/>
                </a:lnTo>
                <a:lnTo>
                  <a:pt x="14186" y="10512"/>
                </a:lnTo>
                <a:lnTo>
                  <a:pt x="14016" y="10560"/>
                </a:lnTo>
                <a:lnTo>
                  <a:pt x="13943" y="10609"/>
                </a:lnTo>
                <a:lnTo>
                  <a:pt x="13870" y="10682"/>
                </a:lnTo>
                <a:lnTo>
                  <a:pt x="13845" y="10731"/>
                </a:lnTo>
                <a:lnTo>
                  <a:pt x="13845" y="10804"/>
                </a:lnTo>
                <a:lnTo>
                  <a:pt x="13894" y="10852"/>
                </a:lnTo>
                <a:lnTo>
                  <a:pt x="13918" y="10901"/>
                </a:lnTo>
                <a:lnTo>
                  <a:pt x="13991" y="10925"/>
                </a:lnTo>
                <a:lnTo>
                  <a:pt x="14089" y="10950"/>
                </a:lnTo>
                <a:lnTo>
                  <a:pt x="14259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502" y="11339"/>
                </a:lnTo>
                <a:lnTo>
                  <a:pt x="14308" y="11315"/>
                </a:lnTo>
                <a:lnTo>
                  <a:pt x="14113" y="11339"/>
                </a:lnTo>
                <a:lnTo>
                  <a:pt x="13918" y="11363"/>
                </a:lnTo>
                <a:lnTo>
                  <a:pt x="13748" y="11436"/>
                </a:lnTo>
                <a:lnTo>
                  <a:pt x="13748" y="11461"/>
                </a:lnTo>
                <a:lnTo>
                  <a:pt x="13748" y="11485"/>
                </a:lnTo>
                <a:lnTo>
                  <a:pt x="13918" y="11558"/>
                </a:lnTo>
                <a:lnTo>
                  <a:pt x="14089" y="11607"/>
                </a:lnTo>
                <a:lnTo>
                  <a:pt x="14454" y="11655"/>
                </a:lnTo>
                <a:lnTo>
                  <a:pt x="14210" y="12069"/>
                </a:lnTo>
                <a:lnTo>
                  <a:pt x="13991" y="12069"/>
                </a:lnTo>
                <a:lnTo>
                  <a:pt x="13748" y="12093"/>
                </a:lnTo>
                <a:lnTo>
                  <a:pt x="13626" y="12069"/>
                </a:lnTo>
                <a:lnTo>
                  <a:pt x="13480" y="12045"/>
                </a:lnTo>
                <a:lnTo>
                  <a:pt x="13359" y="12020"/>
                </a:lnTo>
                <a:lnTo>
                  <a:pt x="13237" y="12020"/>
                </a:lnTo>
                <a:lnTo>
                  <a:pt x="13213" y="12045"/>
                </a:lnTo>
                <a:lnTo>
                  <a:pt x="13188" y="12069"/>
                </a:lnTo>
                <a:lnTo>
                  <a:pt x="13213" y="12166"/>
                </a:lnTo>
                <a:lnTo>
                  <a:pt x="13261" y="12239"/>
                </a:lnTo>
                <a:lnTo>
                  <a:pt x="13334" y="12312"/>
                </a:lnTo>
                <a:lnTo>
                  <a:pt x="13432" y="12361"/>
                </a:lnTo>
                <a:lnTo>
                  <a:pt x="13553" y="12385"/>
                </a:lnTo>
                <a:lnTo>
                  <a:pt x="13675" y="12410"/>
                </a:lnTo>
                <a:lnTo>
                  <a:pt x="13943" y="12434"/>
                </a:lnTo>
                <a:lnTo>
                  <a:pt x="13602" y="12823"/>
                </a:lnTo>
                <a:lnTo>
                  <a:pt x="13091" y="12726"/>
                </a:lnTo>
                <a:lnTo>
                  <a:pt x="12872" y="12677"/>
                </a:lnTo>
                <a:lnTo>
                  <a:pt x="12750" y="12677"/>
                </a:lnTo>
                <a:lnTo>
                  <a:pt x="12629" y="12702"/>
                </a:lnTo>
                <a:lnTo>
                  <a:pt x="12604" y="12726"/>
                </a:lnTo>
                <a:lnTo>
                  <a:pt x="12604" y="12775"/>
                </a:lnTo>
                <a:lnTo>
                  <a:pt x="12629" y="12848"/>
                </a:lnTo>
                <a:lnTo>
                  <a:pt x="12677" y="12921"/>
                </a:lnTo>
                <a:lnTo>
                  <a:pt x="12750" y="12969"/>
                </a:lnTo>
                <a:lnTo>
                  <a:pt x="12848" y="13018"/>
                </a:lnTo>
                <a:lnTo>
                  <a:pt x="13042" y="13115"/>
                </a:lnTo>
                <a:lnTo>
                  <a:pt x="13261" y="13164"/>
                </a:lnTo>
                <a:lnTo>
                  <a:pt x="13115" y="13286"/>
                </a:lnTo>
                <a:lnTo>
                  <a:pt x="13067" y="13286"/>
                </a:lnTo>
                <a:lnTo>
                  <a:pt x="12604" y="13261"/>
                </a:lnTo>
                <a:lnTo>
                  <a:pt x="12361" y="13213"/>
                </a:lnTo>
                <a:lnTo>
                  <a:pt x="12239" y="13188"/>
                </a:lnTo>
                <a:lnTo>
                  <a:pt x="12118" y="13188"/>
                </a:lnTo>
                <a:lnTo>
                  <a:pt x="12045" y="13213"/>
                </a:lnTo>
                <a:lnTo>
                  <a:pt x="11996" y="13261"/>
                </a:lnTo>
                <a:lnTo>
                  <a:pt x="11996" y="13334"/>
                </a:lnTo>
                <a:lnTo>
                  <a:pt x="12020" y="13383"/>
                </a:lnTo>
                <a:lnTo>
                  <a:pt x="12142" y="13505"/>
                </a:lnTo>
                <a:lnTo>
                  <a:pt x="12312" y="13578"/>
                </a:lnTo>
                <a:lnTo>
                  <a:pt x="12483" y="13626"/>
                </a:lnTo>
                <a:lnTo>
                  <a:pt x="12677" y="13651"/>
                </a:lnTo>
                <a:lnTo>
                  <a:pt x="12239" y="13943"/>
                </a:lnTo>
                <a:lnTo>
                  <a:pt x="12166" y="13918"/>
                </a:lnTo>
                <a:lnTo>
                  <a:pt x="11704" y="13821"/>
                </a:lnTo>
                <a:lnTo>
                  <a:pt x="11485" y="13772"/>
                </a:lnTo>
                <a:lnTo>
                  <a:pt x="11266" y="13724"/>
                </a:lnTo>
                <a:lnTo>
                  <a:pt x="11242" y="13748"/>
                </a:lnTo>
                <a:lnTo>
                  <a:pt x="11217" y="13748"/>
                </a:lnTo>
                <a:lnTo>
                  <a:pt x="11217" y="13821"/>
                </a:lnTo>
                <a:lnTo>
                  <a:pt x="11266" y="13894"/>
                </a:lnTo>
                <a:lnTo>
                  <a:pt x="11315" y="13967"/>
                </a:lnTo>
                <a:lnTo>
                  <a:pt x="11461" y="14064"/>
                </a:lnTo>
                <a:lnTo>
                  <a:pt x="11631" y="14137"/>
                </a:lnTo>
                <a:lnTo>
                  <a:pt x="11801" y="14210"/>
                </a:lnTo>
                <a:lnTo>
                  <a:pt x="11461" y="14381"/>
                </a:lnTo>
                <a:lnTo>
                  <a:pt x="11388" y="14332"/>
                </a:lnTo>
                <a:lnTo>
                  <a:pt x="11339" y="14308"/>
                </a:lnTo>
                <a:lnTo>
                  <a:pt x="11193" y="14259"/>
                </a:lnTo>
                <a:lnTo>
                  <a:pt x="10901" y="14235"/>
                </a:lnTo>
                <a:lnTo>
                  <a:pt x="10658" y="14210"/>
                </a:lnTo>
                <a:lnTo>
                  <a:pt x="10512" y="14210"/>
                </a:lnTo>
                <a:lnTo>
                  <a:pt x="10390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415" y="14381"/>
                </a:lnTo>
                <a:lnTo>
                  <a:pt x="10488" y="14478"/>
                </a:lnTo>
                <a:lnTo>
                  <a:pt x="10634" y="14551"/>
                </a:lnTo>
                <a:lnTo>
                  <a:pt x="10731" y="14575"/>
                </a:lnTo>
                <a:lnTo>
                  <a:pt x="10901" y="14624"/>
                </a:lnTo>
                <a:lnTo>
                  <a:pt x="10512" y="14746"/>
                </a:lnTo>
                <a:lnTo>
                  <a:pt x="10317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6" y="14600"/>
                </a:lnTo>
                <a:lnTo>
                  <a:pt x="9709" y="14648"/>
                </a:lnTo>
                <a:lnTo>
                  <a:pt x="9685" y="14673"/>
                </a:lnTo>
                <a:lnTo>
                  <a:pt x="9685" y="14721"/>
                </a:lnTo>
                <a:lnTo>
                  <a:pt x="9733" y="14794"/>
                </a:lnTo>
                <a:lnTo>
                  <a:pt x="9806" y="14843"/>
                </a:lnTo>
                <a:lnTo>
                  <a:pt x="9952" y="14916"/>
                </a:lnTo>
                <a:lnTo>
                  <a:pt x="9636" y="14989"/>
                </a:lnTo>
                <a:lnTo>
                  <a:pt x="9587" y="14940"/>
                </a:lnTo>
                <a:lnTo>
                  <a:pt x="9539" y="14916"/>
                </a:lnTo>
                <a:lnTo>
                  <a:pt x="9441" y="14867"/>
                </a:lnTo>
                <a:lnTo>
                  <a:pt x="9247" y="14843"/>
                </a:lnTo>
                <a:lnTo>
                  <a:pt x="9149" y="14843"/>
                </a:lnTo>
                <a:lnTo>
                  <a:pt x="9052" y="14867"/>
                </a:lnTo>
                <a:lnTo>
                  <a:pt x="9028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3" y="15062"/>
                </a:lnTo>
                <a:lnTo>
                  <a:pt x="9028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521" y="15062"/>
                </a:lnTo>
                <a:lnTo>
                  <a:pt x="6156" y="14989"/>
                </a:lnTo>
                <a:lnTo>
                  <a:pt x="5816" y="14916"/>
                </a:lnTo>
                <a:lnTo>
                  <a:pt x="5475" y="14819"/>
                </a:lnTo>
                <a:lnTo>
                  <a:pt x="5134" y="14697"/>
                </a:lnTo>
                <a:lnTo>
                  <a:pt x="4818" y="14575"/>
                </a:lnTo>
                <a:lnTo>
                  <a:pt x="4477" y="14405"/>
                </a:lnTo>
                <a:lnTo>
                  <a:pt x="4161" y="14259"/>
                </a:lnTo>
                <a:lnTo>
                  <a:pt x="3869" y="14064"/>
                </a:lnTo>
                <a:lnTo>
                  <a:pt x="3553" y="13870"/>
                </a:lnTo>
                <a:lnTo>
                  <a:pt x="3285" y="13675"/>
                </a:lnTo>
                <a:lnTo>
                  <a:pt x="3042" y="13456"/>
                </a:lnTo>
                <a:lnTo>
                  <a:pt x="2799" y="13237"/>
                </a:lnTo>
                <a:lnTo>
                  <a:pt x="2555" y="12994"/>
                </a:lnTo>
                <a:lnTo>
                  <a:pt x="2336" y="12775"/>
                </a:lnTo>
                <a:lnTo>
                  <a:pt x="2117" y="12507"/>
                </a:lnTo>
                <a:lnTo>
                  <a:pt x="1923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49" y="10195"/>
                </a:lnTo>
                <a:lnTo>
                  <a:pt x="901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803" y="7397"/>
                </a:lnTo>
                <a:lnTo>
                  <a:pt x="852" y="6862"/>
                </a:lnTo>
                <a:lnTo>
                  <a:pt x="974" y="6351"/>
                </a:lnTo>
                <a:lnTo>
                  <a:pt x="1095" y="5840"/>
                </a:lnTo>
                <a:lnTo>
                  <a:pt x="1290" y="5353"/>
                </a:lnTo>
                <a:lnTo>
                  <a:pt x="1412" y="5061"/>
                </a:lnTo>
                <a:lnTo>
                  <a:pt x="1582" y="4745"/>
                </a:lnTo>
                <a:lnTo>
                  <a:pt x="1777" y="4404"/>
                </a:lnTo>
                <a:lnTo>
                  <a:pt x="2020" y="4064"/>
                </a:lnTo>
                <a:lnTo>
                  <a:pt x="2288" y="3699"/>
                </a:lnTo>
                <a:lnTo>
                  <a:pt x="2580" y="3334"/>
                </a:lnTo>
                <a:lnTo>
                  <a:pt x="2920" y="2944"/>
                </a:lnTo>
                <a:lnTo>
                  <a:pt x="3285" y="2604"/>
                </a:lnTo>
                <a:lnTo>
                  <a:pt x="3674" y="2263"/>
                </a:lnTo>
                <a:lnTo>
                  <a:pt x="4088" y="1922"/>
                </a:lnTo>
                <a:lnTo>
                  <a:pt x="4550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59" y="974"/>
                </a:lnTo>
                <a:lnTo>
                  <a:pt x="6327" y="925"/>
                </a:lnTo>
                <a:lnTo>
                  <a:pt x="6594" y="876"/>
                </a:lnTo>
                <a:lnTo>
                  <a:pt x="6886" y="828"/>
                </a:lnTo>
                <a:lnTo>
                  <a:pt x="7178" y="803"/>
                </a:lnTo>
                <a:lnTo>
                  <a:pt x="7543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2" y="25"/>
                </a:lnTo>
                <a:lnTo>
                  <a:pt x="7397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81" y="146"/>
                </a:lnTo>
                <a:lnTo>
                  <a:pt x="5864" y="219"/>
                </a:lnTo>
                <a:lnTo>
                  <a:pt x="5548" y="317"/>
                </a:lnTo>
                <a:lnTo>
                  <a:pt x="5232" y="438"/>
                </a:lnTo>
                <a:lnTo>
                  <a:pt x="4940" y="560"/>
                </a:lnTo>
                <a:lnTo>
                  <a:pt x="4331" y="876"/>
                </a:lnTo>
                <a:lnTo>
                  <a:pt x="3772" y="1217"/>
                </a:lnTo>
                <a:lnTo>
                  <a:pt x="3236" y="1606"/>
                </a:lnTo>
                <a:lnTo>
                  <a:pt x="2774" y="1995"/>
                </a:lnTo>
                <a:lnTo>
                  <a:pt x="2507" y="2239"/>
                </a:lnTo>
                <a:lnTo>
                  <a:pt x="2263" y="2482"/>
                </a:lnTo>
                <a:lnTo>
                  <a:pt x="2044" y="2725"/>
                </a:lnTo>
                <a:lnTo>
                  <a:pt x="1825" y="2993"/>
                </a:lnTo>
                <a:lnTo>
                  <a:pt x="1655" y="3261"/>
                </a:lnTo>
                <a:lnTo>
                  <a:pt x="1460" y="3528"/>
                </a:lnTo>
                <a:lnTo>
                  <a:pt x="1144" y="4088"/>
                </a:lnTo>
                <a:lnTo>
                  <a:pt x="876" y="4696"/>
                </a:lnTo>
                <a:lnTo>
                  <a:pt x="633" y="5305"/>
                </a:lnTo>
                <a:lnTo>
                  <a:pt x="414" y="5962"/>
                </a:lnTo>
                <a:lnTo>
                  <a:pt x="219" y="6643"/>
                </a:lnTo>
                <a:lnTo>
                  <a:pt x="146" y="7008"/>
                </a:lnTo>
                <a:lnTo>
                  <a:pt x="73" y="7373"/>
                </a:lnTo>
                <a:lnTo>
                  <a:pt x="25" y="7738"/>
                </a:lnTo>
                <a:lnTo>
                  <a:pt x="25" y="8103"/>
                </a:lnTo>
                <a:lnTo>
                  <a:pt x="0" y="8468"/>
                </a:lnTo>
                <a:lnTo>
                  <a:pt x="25" y="8809"/>
                </a:lnTo>
                <a:lnTo>
                  <a:pt x="73" y="9174"/>
                </a:lnTo>
                <a:lnTo>
                  <a:pt x="122" y="9514"/>
                </a:lnTo>
                <a:lnTo>
                  <a:pt x="195" y="9879"/>
                </a:lnTo>
                <a:lnTo>
                  <a:pt x="292" y="10220"/>
                </a:lnTo>
                <a:lnTo>
                  <a:pt x="390" y="10560"/>
                </a:lnTo>
                <a:lnTo>
                  <a:pt x="511" y="10901"/>
                </a:lnTo>
                <a:lnTo>
                  <a:pt x="657" y="11242"/>
                </a:lnTo>
                <a:lnTo>
                  <a:pt x="828" y="11582"/>
                </a:lnTo>
                <a:lnTo>
                  <a:pt x="1168" y="12264"/>
                </a:lnTo>
                <a:lnTo>
                  <a:pt x="1412" y="12629"/>
                </a:lnTo>
                <a:lnTo>
                  <a:pt x="1655" y="12994"/>
                </a:lnTo>
                <a:lnTo>
                  <a:pt x="1898" y="13334"/>
                </a:lnTo>
                <a:lnTo>
                  <a:pt x="2166" y="13651"/>
                </a:lnTo>
                <a:lnTo>
                  <a:pt x="2458" y="13943"/>
                </a:lnTo>
                <a:lnTo>
                  <a:pt x="2750" y="14235"/>
                </a:lnTo>
                <a:lnTo>
                  <a:pt x="3066" y="14502"/>
                </a:lnTo>
                <a:lnTo>
                  <a:pt x="3382" y="14746"/>
                </a:lnTo>
                <a:lnTo>
                  <a:pt x="3723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818" y="15500"/>
                </a:lnTo>
                <a:lnTo>
                  <a:pt x="5207" y="15622"/>
                </a:lnTo>
                <a:lnTo>
                  <a:pt x="5597" y="15743"/>
                </a:lnTo>
                <a:lnTo>
                  <a:pt x="6010" y="15816"/>
                </a:lnTo>
                <a:lnTo>
                  <a:pt x="6448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76" y="15914"/>
                </a:lnTo>
                <a:lnTo>
                  <a:pt x="8590" y="15889"/>
                </a:lnTo>
                <a:lnTo>
                  <a:pt x="9028" y="15841"/>
                </a:lnTo>
                <a:lnTo>
                  <a:pt x="9441" y="15768"/>
                </a:lnTo>
                <a:lnTo>
                  <a:pt x="9855" y="15670"/>
                </a:lnTo>
                <a:lnTo>
                  <a:pt x="10269" y="15573"/>
                </a:lnTo>
                <a:lnTo>
                  <a:pt x="10682" y="15451"/>
                </a:lnTo>
                <a:lnTo>
                  <a:pt x="11071" y="15305"/>
                </a:lnTo>
                <a:lnTo>
                  <a:pt x="11461" y="15135"/>
                </a:lnTo>
                <a:lnTo>
                  <a:pt x="11850" y="14940"/>
                </a:lnTo>
                <a:lnTo>
                  <a:pt x="12215" y="14721"/>
                </a:lnTo>
                <a:lnTo>
                  <a:pt x="12580" y="14478"/>
                </a:lnTo>
                <a:lnTo>
                  <a:pt x="12945" y="14235"/>
                </a:lnTo>
                <a:lnTo>
                  <a:pt x="13286" y="13943"/>
                </a:lnTo>
                <a:lnTo>
                  <a:pt x="13602" y="13651"/>
                </a:lnTo>
                <a:lnTo>
                  <a:pt x="13918" y="13334"/>
                </a:lnTo>
                <a:lnTo>
                  <a:pt x="14186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59" y="11582"/>
                </a:lnTo>
                <a:lnTo>
                  <a:pt x="15159" y="11534"/>
                </a:lnTo>
                <a:lnTo>
                  <a:pt x="15354" y="11096"/>
                </a:lnTo>
                <a:lnTo>
                  <a:pt x="15524" y="10658"/>
                </a:lnTo>
                <a:lnTo>
                  <a:pt x="15646" y="10195"/>
                </a:lnTo>
                <a:lnTo>
                  <a:pt x="15743" y="9733"/>
                </a:lnTo>
                <a:lnTo>
                  <a:pt x="15768" y="9709"/>
                </a:lnTo>
                <a:lnTo>
                  <a:pt x="15792" y="9684"/>
                </a:lnTo>
                <a:lnTo>
                  <a:pt x="15792" y="9636"/>
                </a:lnTo>
                <a:lnTo>
                  <a:pt x="15792" y="9611"/>
                </a:lnTo>
                <a:lnTo>
                  <a:pt x="15768" y="9563"/>
                </a:lnTo>
                <a:lnTo>
                  <a:pt x="15816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41" y="7957"/>
                </a:lnTo>
                <a:lnTo>
                  <a:pt x="15743" y="7105"/>
                </a:lnTo>
                <a:lnTo>
                  <a:pt x="15695" y="6667"/>
                </a:lnTo>
                <a:lnTo>
                  <a:pt x="15622" y="6254"/>
                </a:lnTo>
                <a:lnTo>
                  <a:pt x="15524" y="5840"/>
                </a:lnTo>
                <a:lnTo>
                  <a:pt x="15427" y="5426"/>
                </a:lnTo>
                <a:lnTo>
                  <a:pt x="15305" y="5013"/>
                </a:lnTo>
                <a:lnTo>
                  <a:pt x="15159" y="4623"/>
                </a:lnTo>
                <a:lnTo>
                  <a:pt x="15013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4" y="2458"/>
                </a:lnTo>
                <a:lnTo>
                  <a:pt x="13602" y="2141"/>
                </a:lnTo>
                <a:lnTo>
                  <a:pt x="13286" y="1849"/>
                </a:lnTo>
                <a:lnTo>
                  <a:pt x="12994" y="1582"/>
                </a:lnTo>
                <a:lnTo>
                  <a:pt x="12653" y="1363"/>
                </a:lnTo>
                <a:lnTo>
                  <a:pt x="12312" y="1144"/>
                </a:lnTo>
                <a:lnTo>
                  <a:pt x="11972" y="949"/>
                </a:lnTo>
                <a:lnTo>
                  <a:pt x="11607" y="779"/>
                </a:lnTo>
                <a:lnTo>
                  <a:pt x="11242" y="609"/>
                </a:lnTo>
                <a:lnTo>
                  <a:pt x="10853" y="487"/>
                </a:lnTo>
                <a:lnTo>
                  <a:pt x="10488" y="365"/>
                </a:lnTo>
                <a:lnTo>
                  <a:pt x="10123" y="268"/>
                </a:lnTo>
                <a:lnTo>
                  <a:pt x="9733" y="171"/>
                </a:lnTo>
                <a:lnTo>
                  <a:pt x="9344" y="98"/>
                </a:lnTo>
                <a:lnTo>
                  <a:pt x="8955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D9EEB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2"/>
          <p:cNvSpPr txBox="1">
            <a:spLocks noGrp="1"/>
          </p:cNvSpPr>
          <p:nvPr>
            <p:ph type="ctrTitle" idx="4294967295"/>
          </p:nvPr>
        </p:nvSpPr>
        <p:spPr>
          <a:xfrm>
            <a:off x="3657038" y="1073100"/>
            <a:ext cx="32292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THANKS!</a:t>
            </a:r>
            <a:endParaRPr sz="6000"/>
          </a:p>
        </p:txBody>
      </p:sp>
      <p:sp>
        <p:nvSpPr>
          <p:cNvPr id="621" name="Google Shape;621;p22"/>
          <p:cNvSpPr txBox="1">
            <a:spLocks noGrp="1"/>
          </p:cNvSpPr>
          <p:nvPr>
            <p:ph type="body" idx="4294967295"/>
          </p:nvPr>
        </p:nvSpPr>
        <p:spPr>
          <a:xfrm>
            <a:off x="3657038" y="2119105"/>
            <a:ext cx="3229200" cy="24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 b="1"/>
              <a:t>Any questions?</a:t>
            </a:r>
            <a:endParaRPr sz="2000"/>
          </a:p>
        </p:txBody>
      </p:sp>
      <p:sp>
        <p:nvSpPr>
          <p:cNvPr id="622" name="Google Shape;622;p22"/>
          <p:cNvSpPr/>
          <p:nvPr/>
        </p:nvSpPr>
        <p:spPr>
          <a:xfrm>
            <a:off x="2257757" y="1402659"/>
            <a:ext cx="1180108" cy="1089975"/>
          </a:xfrm>
          <a:custGeom>
            <a:avLst/>
            <a:gdLst/>
            <a:ahLst/>
            <a:cxnLst/>
            <a:rect l="l" t="t" r="r" b="b"/>
            <a:pathLst>
              <a:path w="17204" h="15890" extrusionOk="0">
                <a:moveTo>
                  <a:pt x="1241" y="6108"/>
                </a:moveTo>
                <a:lnTo>
                  <a:pt x="1022" y="6376"/>
                </a:lnTo>
                <a:lnTo>
                  <a:pt x="852" y="6644"/>
                </a:lnTo>
                <a:lnTo>
                  <a:pt x="755" y="6765"/>
                </a:lnTo>
                <a:lnTo>
                  <a:pt x="730" y="6425"/>
                </a:lnTo>
                <a:lnTo>
                  <a:pt x="682" y="6108"/>
                </a:lnTo>
                <a:close/>
                <a:moveTo>
                  <a:pt x="3188" y="6181"/>
                </a:moveTo>
                <a:lnTo>
                  <a:pt x="3918" y="6206"/>
                </a:lnTo>
                <a:lnTo>
                  <a:pt x="3772" y="6327"/>
                </a:lnTo>
                <a:lnTo>
                  <a:pt x="3626" y="6498"/>
                </a:lnTo>
                <a:lnTo>
                  <a:pt x="3382" y="6814"/>
                </a:lnTo>
                <a:lnTo>
                  <a:pt x="3236" y="7009"/>
                </a:lnTo>
                <a:lnTo>
                  <a:pt x="3115" y="6936"/>
                </a:lnTo>
                <a:lnTo>
                  <a:pt x="2969" y="6911"/>
                </a:lnTo>
                <a:lnTo>
                  <a:pt x="2896" y="6887"/>
                </a:lnTo>
                <a:lnTo>
                  <a:pt x="2798" y="6863"/>
                </a:lnTo>
                <a:lnTo>
                  <a:pt x="2725" y="6863"/>
                </a:lnTo>
                <a:lnTo>
                  <a:pt x="2969" y="6546"/>
                </a:lnTo>
                <a:lnTo>
                  <a:pt x="3188" y="6230"/>
                </a:lnTo>
                <a:lnTo>
                  <a:pt x="3188" y="6181"/>
                </a:lnTo>
                <a:close/>
                <a:moveTo>
                  <a:pt x="4112" y="6206"/>
                </a:moveTo>
                <a:lnTo>
                  <a:pt x="4064" y="6376"/>
                </a:lnTo>
                <a:lnTo>
                  <a:pt x="4039" y="6546"/>
                </a:lnTo>
                <a:lnTo>
                  <a:pt x="4039" y="6863"/>
                </a:lnTo>
                <a:lnTo>
                  <a:pt x="3991" y="7398"/>
                </a:lnTo>
                <a:lnTo>
                  <a:pt x="3796" y="7617"/>
                </a:lnTo>
                <a:lnTo>
                  <a:pt x="3626" y="7860"/>
                </a:lnTo>
                <a:lnTo>
                  <a:pt x="3650" y="7714"/>
                </a:lnTo>
                <a:lnTo>
                  <a:pt x="3650" y="7568"/>
                </a:lnTo>
                <a:lnTo>
                  <a:pt x="3626" y="7447"/>
                </a:lnTo>
                <a:lnTo>
                  <a:pt x="3577" y="7325"/>
                </a:lnTo>
                <a:lnTo>
                  <a:pt x="3504" y="7203"/>
                </a:lnTo>
                <a:lnTo>
                  <a:pt x="3820" y="6717"/>
                </a:lnTo>
                <a:lnTo>
                  <a:pt x="3966" y="6473"/>
                </a:lnTo>
                <a:lnTo>
                  <a:pt x="4088" y="6206"/>
                </a:lnTo>
                <a:close/>
                <a:moveTo>
                  <a:pt x="2701" y="7301"/>
                </a:moveTo>
                <a:lnTo>
                  <a:pt x="2750" y="7325"/>
                </a:lnTo>
                <a:lnTo>
                  <a:pt x="2823" y="7325"/>
                </a:lnTo>
                <a:lnTo>
                  <a:pt x="2969" y="7374"/>
                </a:lnTo>
                <a:lnTo>
                  <a:pt x="3090" y="7447"/>
                </a:lnTo>
                <a:lnTo>
                  <a:pt x="3163" y="7568"/>
                </a:lnTo>
                <a:lnTo>
                  <a:pt x="3188" y="7690"/>
                </a:lnTo>
                <a:lnTo>
                  <a:pt x="3188" y="7836"/>
                </a:lnTo>
                <a:lnTo>
                  <a:pt x="3139" y="7982"/>
                </a:lnTo>
                <a:lnTo>
                  <a:pt x="3042" y="8104"/>
                </a:lnTo>
                <a:lnTo>
                  <a:pt x="2920" y="8201"/>
                </a:lnTo>
                <a:lnTo>
                  <a:pt x="2847" y="8225"/>
                </a:lnTo>
                <a:lnTo>
                  <a:pt x="2774" y="8250"/>
                </a:lnTo>
                <a:lnTo>
                  <a:pt x="2677" y="8225"/>
                </a:lnTo>
                <a:lnTo>
                  <a:pt x="2604" y="8201"/>
                </a:lnTo>
                <a:lnTo>
                  <a:pt x="2531" y="8152"/>
                </a:lnTo>
                <a:lnTo>
                  <a:pt x="2482" y="8079"/>
                </a:lnTo>
                <a:lnTo>
                  <a:pt x="2433" y="8031"/>
                </a:lnTo>
                <a:lnTo>
                  <a:pt x="2409" y="7958"/>
                </a:lnTo>
                <a:lnTo>
                  <a:pt x="2385" y="7836"/>
                </a:lnTo>
                <a:lnTo>
                  <a:pt x="2385" y="7714"/>
                </a:lnTo>
                <a:lnTo>
                  <a:pt x="2433" y="7593"/>
                </a:lnTo>
                <a:lnTo>
                  <a:pt x="2482" y="7495"/>
                </a:lnTo>
                <a:lnTo>
                  <a:pt x="2579" y="7374"/>
                </a:lnTo>
                <a:lnTo>
                  <a:pt x="2701" y="7301"/>
                </a:lnTo>
                <a:close/>
                <a:moveTo>
                  <a:pt x="1582" y="6133"/>
                </a:moveTo>
                <a:lnTo>
                  <a:pt x="1898" y="6157"/>
                </a:lnTo>
                <a:lnTo>
                  <a:pt x="2239" y="6157"/>
                </a:lnTo>
                <a:lnTo>
                  <a:pt x="3042" y="6181"/>
                </a:lnTo>
                <a:lnTo>
                  <a:pt x="2823" y="6303"/>
                </a:lnTo>
                <a:lnTo>
                  <a:pt x="2628" y="6473"/>
                </a:lnTo>
                <a:lnTo>
                  <a:pt x="2458" y="6692"/>
                </a:lnTo>
                <a:lnTo>
                  <a:pt x="2287" y="6911"/>
                </a:lnTo>
                <a:lnTo>
                  <a:pt x="1995" y="7398"/>
                </a:lnTo>
                <a:lnTo>
                  <a:pt x="1728" y="7836"/>
                </a:lnTo>
                <a:lnTo>
                  <a:pt x="1485" y="8225"/>
                </a:lnTo>
                <a:lnTo>
                  <a:pt x="1193" y="8639"/>
                </a:lnTo>
                <a:lnTo>
                  <a:pt x="925" y="9053"/>
                </a:lnTo>
                <a:lnTo>
                  <a:pt x="657" y="9466"/>
                </a:lnTo>
                <a:lnTo>
                  <a:pt x="633" y="8639"/>
                </a:lnTo>
                <a:lnTo>
                  <a:pt x="755" y="8566"/>
                </a:lnTo>
                <a:lnTo>
                  <a:pt x="852" y="8469"/>
                </a:lnTo>
                <a:lnTo>
                  <a:pt x="1047" y="8225"/>
                </a:lnTo>
                <a:lnTo>
                  <a:pt x="1193" y="7982"/>
                </a:lnTo>
                <a:lnTo>
                  <a:pt x="1314" y="7714"/>
                </a:lnTo>
                <a:lnTo>
                  <a:pt x="1436" y="7544"/>
                </a:lnTo>
                <a:lnTo>
                  <a:pt x="1582" y="7349"/>
                </a:lnTo>
                <a:lnTo>
                  <a:pt x="1874" y="6984"/>
                </a:lnTo>
                <a:lnTo>
                  <a:pt x="1995" y="6790"/>
                </a:lnTo>
                <a:lnTo>
                  <a:pt x="2141" y="6619"/>
                </a:lnTo>
                <a:lnTo>
                  <a:pt x="2239" y="6425"/>
                </a:lnTo>
                <a:lnTo>
                  <a:pt x="2312" y="6206"/>
                </a:lnTo>
                <a:lnTo>
                  <a:pt x="2312" y="6181"/>
                </a:lnTo>
                <a:lnTo>
                  <a:pt x="2287" y="6181"/>
                </a:lnTo>
                <a:lnTo>
                  <a:pt x="2117" y="6279"/>
                </a:lnTo>
                <a:lnTo>
                  <a:pt x="1971" y="6400"/>
                </a:lnTo>
                <a:lnTo>
                  <a:pt x="1825" y="6546"/>
                </a:lnTo>
                <a:lnTo>
                  <a:pt x="1703" y="6692"/>
                </a:lnTo>
                <a:lnTo>
                  <a:pt x="1460" y="7009"/>
                </a:lnTo>
                <a:lnTo>
                  <a:pt x="1217" y="7325"/>
                </a:lnTo>
                <a:lnTo>
                  <a:pt x="925" y="7714"/>
                </a:lnTo>
                <a:lnTo>
                  <a:pt x="657" y="8152"/>
                </a:lnTo>
                <a:lnTo>
                  <a:pt x="657" y="8128"/>
                </a:lnTo>
                <a:lnTo>
                  <a:pt x="730" y="7398"/>
                </a:lnTo>
                <a:lnTo>
                  <a:pt x="828" y="7276"/>
                </a:lnTo>
                <a:lnTo>
                  <a:pt x="901" y="7130"/>
                </a:lnTo>
                <a:lnTo>
                  <a:pt x="1047" y="6887"/>
                </a:lnTo>
                <a:lnTo>
                  <a:pt x="1339" y="6522"/>
                </a:lnTo>
                <a:lnTo>
                  <a:pt x="1460" y="6327"/>
                </a:lnTo>
                <a:lnTo>
                  <a:pt x="1582" y="6133"/>
                </a:lnTo>
                <a:close/>
                <a:moveTo>
                  <a:pt x="1971" y="7982"/>
                </a:moveTo>
                <a:lnTo>
                  <a:pt x="1995" y="8104"/>
                </a:lnTo>
                <a:lnTo>
                  <a:pt x="2044" y="8225"/>
                </a:lnTo>
                <a:lnTo>
                  <a:pt x="2117" y="8323"/>
                </a:lnTo>
                <a:lnTo>
                  <a:pt x="2190" y="8396"/>
                </a:lnTo>
                <a:lnTo>
                  <a:pt x="1533" y="9369"/>
                </a:lnTo>
                <a:lnTo>
                  <a:pt x="682" y="10658"/>
                </a:lnTo>
                <a:lnTo>
                  <a:pt x="682" y="10512"/>
                </a:lnTo>
                <a:lnTo>
                  <a:pt x="657" y="10123"/>
                </a:lnTo>
                <a:lnTo>
                  <a:pt x="1241" y="9150"/>
                </a:lnTo>
                <a:lnTo>
                  <a:pt x="1849" y="8201"/>
                </a:lnTo>
                <a:lnTo>
                  <a:pt x="1971" y="7982"/>
                </a:lnTo>
                <a:close/>
                <a:moveTo>
                  <a:pt x="3188" y="8566"/>
                </a:moveTo>
                <a:lnTo>
                  <a:pt x="2312" y="9928"/>
                </a:lnTo>
                <a:lnTo>
                  <a:pt x="1436" y="11242"/>
                </a:lnTo>
                <a:lnTo>
                  <a:pt x="1047" y="11753"/>
                </a:lnTo>
                <a:lnTo>
                  <a:pt x="828" y="11997"/>
                </a:lnTo>
                <a:lnTo>
                  <a:pt x="657" y="12264"/>
                </a:lnTo>
                <a:lnTo>
                  <a:pt x="657" y="11242"/>
                </a:lnTo>
                <a:lnTo>
                  <a:pt x="974" y="10780"/>
                </a:lnTo>
                <a:lnTo>
                  <a:pt x="1922" y="9369"/>
                </a:lnTo>
                <a:lnTo>
                  <a:pt x="2458" y="8590"/>
                </a:lnTo>
                <a:lnTo>
                  <a:pt x="2579" y="8639"/>
                </a:lnTo>
                <a:lnTo>
                  <a:pt x="2725" y="8663"/>
                </a:lnTo>
                <a:lnTo>
                  <a:pt x="2871" y="8663"/>
                </a:lnTo>
                <a:lnTo>
                  <a:pt x="2993" y="8639"/>
                </a:lnTo>
                <a:lnTo>
                  <a:pt x="3090" y="8615"/>
                </a:lnTo>
                <a:lnTo>
                  <a:pt x="3188" y="8566"/>
                </a:lnTo>
                <a:close/>
                <a:moveTo>
                  <a:pt x="3991" y="7787"/>
                </a:moveTo>
                <a:lnTo>
                  <a:pt x="3991" y="8834"/>
                </a:lnTo>
                <a:lnTo>
                  <a:pt x="3820" y="8980"/>
                </a:lnTo>
                <a:lnTo>
                  <a:pt x="3650" y="9174"/>
                </a:lnTo>
                <a:lnTo>
                  <a:pt x="3358" y="9588"/>
                </a:lnTo>
                <a:lnTo>
                  <a:pt x="2823" y="10342"/>
                </a:lnTo>
                <a:lnTo>
                  <a:pt x="2555" y="10707"/>
                </a:lnTo>
                <a:lnTo>
                  <a:pt x="2287" y="11096"/>
                </a:lnTo>
                <a:lnTo>
                  <a:pt x="1436" y="12143"/>
                </a:lnTo>
                <a:lnTo>
                  <a:pt x="1022" y="12654"/>
                </a:lnTo>
                <a:lnTo>
                  <a:pt x="633" y="13189"/>
                </a:lnTo>
                <a:lnTo>
                  <a:pt x="633" y="12946"/>
                </a:lnTo>
                <a:lnTo>
                  <a:pt x="633" y="12775"/>
                </a:lnTo>
                <a:lnTo>
                  <a:pt x="755" y="12654"/>
                </a:lnTo>
                <a:lnTo>
                  <a:pt x="876" y="12532"/>
                </a:lnTo>
                <a:lnTo>
                  <a:pt x="1120" y="12264"/>
                </a:lnTo>
                <a:lnTo>
                  <a:pt x="1509" y="11680"/>
                </a:lnTo>
                <a:lnTo>
                  <a:pt x="2020" y="10975"/>
                </a:lnTo>
                <a:lnTo>
                  <a:pt x="2506" y="10245"/>
                </a:lnTo>
                <a:lnTo>
                  <a:pt x="2993" y="9490"/>
                </a:lnTo>
                <a:lnTo>
                  <a:pt x="3455" y="8736"/>
                </a:lnTo>
                <a:lnTo>
                  <a:pt x="3723" y="8274"/>
                </a:lnTo>
                <a:lnTo>
                  <a:pt x="3869" y="8031"/>
                </a:lnTo>
                <a:lnTo>
                  <a:pt x="3991" y="7787"/>
                </a:lnTo>
                <a:close/>
                <a:moveTo>
                  <a:pt x="4039" y="14065"/>
                </a:moveTo>
                <a:lnTo>
                  <a:pt x="4039" y="14430"/>
                </a:lnTo>
                <a:lnTo>
                  <a:pt x="3820" y="14430"/>
                </a:lnTo>
                <a:lnTo>
                  <a:pt x="4015" y="14089"/>
                </a:lnTo>
                <a:lnTo>
                  <a:pt x="4039" y="14065"/>
                </a:lnTo>
                <a:close/>
                <a:moveTo>
                  <a:pt x="4039" y="12921"/>
                </a:moveTo>
                <a:lnTo>
                  <a:pt x="4039" y="13140"/>
                </a:lnTo>
                <a:lnTo>
                  <a:pt x="4039" y="13554"/>
                </a:lnTo>
                <a:lnTo>
                  <a:pt x="3918" y="13724"/>
                </a:lnTo>
                <a:lnTo>
                  <a:pt x="3820" y="13870"/>
                </a:lnTo>
                <a:lnTo>
                  <a:pt x="3577" y="14235"/>
                </a:lnTo>
                <a:lnTo>
                  <a:pt x="3431" y="14454"/>
                </a:lnTo>
                <a:lnTo>
                  <a:pt x="2993" y="14454"/>
                </a:lnTo>
                <a:lnTo>
                  <a:pt x="3431" y="13797"/>
                </a:lnTo>
                <a:lnTo>
                  <a:pt x="3747" y="13359"/>
                </a:lnTo>
                <a:lnTo>
                  <a:pt x="4039" y="12921"/>
                </a:lnTo>
                <a:close/>
                <a:moveTo>
                  <a:pt x="4039" y="11826"/>
                </a:moveTo>
                <a:lnTo>
                  <a:pt x="4039" y="12483"/>
                </a:lnTo>
                <a:lnTo>
                  <a:pt x="3845" y="12678"/>
                </a:lnTo>
                <a:lnTo>
                  <a:pt x="3650" y="12873"/>
                </a:lnTo>
                <a:lnTo>
                  <a:pt x="3334" y="13311"/>
                </a:lnTo>
                <a:lnTo>
                  <a:pt x="2896" y="13895"/>
                </a:lnTo>
                <a:lnTo>
                  <a:pt x="2677" y="14187"/>
                </a:lnTo>
                <a:lnTo>
                  <a:pt x="2482" y="14503"/>
                </a:lnTo>
                <a:lnTo>
                  <a:pt x="2312" y="14503"/>
                </a:lnTo>
                <a:lnTo>
                  <a:pt x="2433" y="14333"/>
                </a:lnTo>
                <a:lnTo>
                  <a:pt x="2555" y="14162"/>
                </a:lnTo>
                <a:lnTo>
                  <a:pt x="2871" y="13651"/>
                </a:lnTo>
                <a:lnTo>
                  <a:pt x="3188" y="13116"/>
                </a:lnTo>
                <a:lnTo>
                  <a:pt x="3504" y="12581"/>
                </a:lnTo>
                <a:lnTo>
                  <a:pt x="3845" y="12070"/>
                </a:lnTo>
                <a:lnTo>
                  <a:pt x="4039" y="11826"/>
                </a:lnTo>
                <a:close/>
                <a:moveTo>
                  <a:pt x="4015" y="10391"/>
                </a:moveTo>
                <a:lnTo>
                  <a:pt x="4015" y="11218"/>
                </a:lnTo>
                <a:lnTo>
                  <a:pt x="4039" y="11364"/>
                </a:lnTo>
                <a:lnTo>
                  <a:pt x="3869" y="11486"/>
                </a:lnTo>
                <a:lnTo>
                  <a:pt x="3723" y="11656"/>
                </a:lnTo>
                <a:lnTo>
                  <a:pt x="3577" y="11826"/>
                </a:lnTo>
                <a:lnTo>
                  <a:pt x="3455" y="12021"/>
                </a:lnTo>
                <a:lnTo>
                  <a:pt x="3236" y="12386"/>
                </a:lnTo>
                <a:lnTo>
                  <a:pt x="3042" y="12702"/>
                </a:lnTo>
                <a:lnTo>
                  <a:pt x="2725" y="13238"/>
                </a:lnTo>
                <a:lnTo>
                  <a:pt x="2409" y="13773"/>
                </a:lnTo>
                <a:lnTo>
                  <a:pt x="2263" y="13968"/>
                </a:lnTo>
                <a:lnTo>
                  <a:pt x="2117" y="14138"/>
                </a:lnTo>
                <a:lnTo>
                  <a:pt x="1971" y="14333"/>
                </a:lnTo>
                <a:lnTo>
                  <a:pt x="1849" y="14527"/>
                </a:lnTo>
                <a:lnTo>
                  <a:pt x="1047" y="14600"/>
                </a:lnTo>
                <a:lnTo>
                  <a:pt x="1460" y="14089"/>
                </a:lnTo>
                <a:lnTo>
                  <a:pt x="1825" y="13554"/>
                </a:lnTo>
                <a:lnTo>
                  <a:pt x="2214" y="13019"/>
                </a:lnTo>
                <a:lnTo>
                  <a:pt x="2604" y="12508"/>
                </a:lnTo>
                <a:lnTo>
                  <a:pt x="2823" y="12240"/>
                </a:lnTo>
                <a:lnTo>
                  <a:pt x="3017" y="11972"/>
                </a:lnTo>
                <a:lnTo>
                  <a:pt x="3382" y="11388"/>
                </a:lnTo>
                <a:lnTo>
                  <a:pt x="3723" y="10902"/>
                </a:lnTo>
                <a:lnTo>
                  <a:pt x="3869" y="10634"/>
                </a:lnTo>
                <a:lnTo>
                  <a:pt x="4015" y="10391"/>
                </a:lnTo>
                <a:close/>
                <a:moveTo>
                  <a:pt x="4015" y="9271"/>
                </a:moveTo>
                <a:lnTo>
                  <a:pt x="4015" y="10147"/>
                </a:lnTo>
                <a:lnTo>
                  <a:pt x="3893" y="10220"/>
                </a:lnTo>
                <a:lnTo>
                  <a:pt x="3796" y="10318"/>
                </a:lnTo>
                <a:lnTo>
                  <a:pt x="3626" y="10512"/>
                </a:lnTo>
                <a:lnTo>
                  <a:pt x="3455" y="10731"/>
                </a:lnTo>
                <a:lnTo>
                  <a:pt x="3285" y="10975"/>
                </a:lnTo>
                <a:lnTo>
                  <a:pt x="2847" y="11632"/>
                </a:lnTo>
                <a:lnTo>
                  <a:pt x="2628" y="11972"/>
                </a:lnTo>
                <a:lnTo>
                  <a:pt x="2385" y="12289"/>
                </a:lnTo>
                <a:lnTo>
                  <a:pt x="1947" y="12873"/>
                </a:lnTo>
                <a:lnTo>
                  <a:pt x="1509" y="13481"/>
                </a:lnTo>
                <a:lnTo>
                  <a:pt x="1071" y="14065"/>
                </a:lnTo>
                <a:lnTo>
                  <a:pt x="828" y="14333"/>
                </a:lnTo>
                <a:lnTo>
                  <a:pt x="584" y="14625"/>
                </a:lnTo>
                <a:lnTo>
                  <a:pt x="609" y="14430"/>
                </a:lnTo>
                <a:lnTo>
                  <a:pt x="609" y="14235"/>
                </a:lnTo>
                <a:lnTo>
                  <a:pt x="609" y="13895"/>
                </a:lnTo>
                <a:lnTo>
                  <a:pt x="1120" y="13213"/>
                </a:lnTo>
                <a:lnTo>
                  <a:pt x="1631" y="12556"/>
                </a:lnTo>
                <a:lnTo>
                  <a:pt x="2677" y="11242"/>
                </a:lnTo>
                <a:lnTo>
                  <a:pt x="3090" y="10658"/>
                </a:lnTo>
                <a:lnTo>
                  <a:pt x="3480" y="10050"/>
                </a:lnTo>
                <a:lnTo>
                  <a:pt x="3747" y="9661"/>
                </a:lnTo>
                <a:lnTo>
                  <a:pt x="4015" y="9271"/>
                </a:lnTo>
                <a:close/>
                <a:moveTo>
                  <a:pt x="10341" y="488"/>
                </a:moveTo>
                <a:lnTo>
                  <a:pt x="10536" y="512"/>
                </a:lnTo>
                <a:lnTo>
                  <a:pt x="10755" y="536"/>
                </a:lnTo>
                <a:lnTo>
                  <a:pt x="10950" y="585"/>
                </a:lnTo>
                <a:lnTo>
                  <a:pt x="11071" y="609"/>
                </a:lnTo>
                <a:lnTo>
                  <a:pt x="11169" y="658"/>
                </a:lnTo>
                <a:lnTo>
                  <a:pt x="11266" y="731"/>
                </a:lnTo>
                <a:lnTo>
                  <a:pt x="11339" y="828"/>
                </a:lnTo>
                <a:lnTo>
                  <a:pt x="11485" y="999"/>
                </a:lnTo>
                <a:lnTo>
                  <a:pt x="11582" y="1217"/>
                </a:lnTo>
                <a:lnTo>
                  <a:pt x="11655" y="1436"/>
                </a:lnTo>
                <a:lnTo>
                  <a:pt x="11704" y="1680"/>
                </a:lnTo>
                <a:lnTo>
                  <a:pt x="11728" y="1923"/>
                </a:lnTo>
                <a:lnTo>
                  <a:pt x="11728" y="2385"/>
                </a:lnTo>
                <a:lnTo>
                  <a:pt x="11680" y="2848"/>
                </a:lnTo>
                <a:lnTo>
                  <a:pt x="11582" y="3310"/>
                </a:lnTo>
                <a:lnTo>
                  <a:pt x="11461" y="3772"/>
                </a:lnTo>
                <a:lnTo>
                  <a:pt x="11315" y="4210"/>
                </a:lnTo>
                <a:lnTo>
                  <a:pt x="10974" y="5111"/>
                </a:lnTo>
                <a:lnTo>
                  <a:pt x="10804" y="5549"/>
                </a:lnTo>
                <a:lnTo>
                  <a:pt x="10658" y="5987"/>
                </a:lnTo>
                <a:lnTo>
                  <a:pt x="10658" y="6084"/>
                </a:lnTo>
                <a:lnTo>
                  <a:pt x="10658" y="6181"/>
                </a:lnTo>
                <a:lnTo>
                  <a:pt x="10731" y="6254"/>
                </a:lnTo>
                <a:lnTo>
                  <a:pt x="10779" y="6303"/>
                </a:lnTo>
                <a:lnTo>
                  <a:pt x="10877" y="6327"/>
                </a:lnTo>
                <a:lnTo>
                  <a:pt x="10950" y="6327"/>
                </a:lnTo>
                <a:lnTo>
                  <a:pt x="11047" y="6303"/>
                </a:lnTo>
                <a:lnTo>
                  <a:pt x="11120" y="6279"/>
                </a:lnTo>
                <a:lnTo>
                  <a:pt x="11388" y="6303"/>
                </a:lnTo>
                <a:lnTo>
                  <a:pt x="11655" y="6327"/>
                </a:lnTo>
                <a:lnTo>
                  <a:pt x="12215" y="6352"/>
                </a:lnTo>
                <a:lnTo>
                  <a:pt x="12775" y="6327"/>
                </a:lnTo>
                <a:lnTo>
                  <a:pt x="13310" y="6327"/>
                </a:lnTo>
                <a:lnTo>
                  <a:pt x="13748" y="6352"/>
                </a:lnTo>
                <a:lnTo>
                  <a:pt x="14210" y="6425"/>
                </a:lnTo>
                <a:lnTo>
                  <a:pt x="14673" y="6498"/>
                </a:lnTo>
                <a:lnTo>
                  <a:pt x="15111" y="6595"/>
                </a:lnTo>
                <a:lnTo>
                  <a:pt x="15476" y="6668"/>
                </a:lnTo>
                <a:lnTo>
                  <a:pt x="15841" y="6790"/>
                </a:lnTo>
                <a:lnTo>
                  <a:pt x="16011" y="6887"/>
                </a:lnTo>
                <a:lnTo>
                  <a:pt x="16157" y="6960"/>
                </a:lnTo>
                <a:lnTo>
                  <a:pt x="16327" y="7082"/>
                </a:lnTo>
                <a:lnTo>
                  <a:pt x="16449" y="7203"/>
                </a:lnTo>
                <a:lnTo>
                  <a:pt x="16546" y="7301"/>
                </a:lnTo>
                <a:lnTo>
                  <a:pt x="16619" y="7398"/>
                </a:lnTo>
                <a:lnTo>
                  <a:pt x="16644" y="7520"/>
                </a:lnTo>
                <a:lnTo>
                  <a:pt x="16668" y="7641"/>
                </a:lnTo>
                <a:lnTo>
                  <a:pt x="16692" y="7763"/>
                </a:lnTo>
                <a:lnTo>
                  <a:pt x="16668" y="7885"/>
                </a:lnTo>
                <a:lnTo>
                  <a:pt x="16644" y="8031"/>
                </a:lnTo>
                <a:lnTo>
                  <a:pt x="16595" y="8152"/>
                </a:lnTo>
                <a:lnTo>
                  <a:pt x="16473" y="8371"/>
                </a:lnTo>
                <a:lnTo>
                  <a:pt x="16303" y="8566"/>
                </a:lnTo>
                <a:lnTo>
                  <a:pt x="16206" y="8663"/>
                </a:lnTo>
                <a:lnTo>
                  <a:pt x="16108" y="8736"/>
                </a:lnTo>
                <a:lnTo>
                  <a:pt x="15987" y="8785"/>
                </a:lnTo>
                <a:lnTo>
                  <a:pt x="15889" y="8834"/>
                </a:lnTo>
                <a:lnTo>
                  <a:pt x="15792" y="8882"/>
                </a:lnTo>
                <a:lnTo>
                  <a:pt x="15719" y="8955"/>
                </a:lnTo>
                <a:lnTo>
                  <a:pt x="15695" y="9053"/>
                </a:lnTo>
                <a:lnTo>
                  <a:pt x="15719" y="9150"/>
                </a:lnTo>
                <a:lnTo>
                  <a:pt x="15743" y="9247"/>
                </a:lnTo>
                <a:lnTo>
                  <a:pt x="15816" y="9296"/>
                </a:lnTo>
                <a:lnTo>
                  <a:pt x="15914" y="9344"/>
                </a:lnTo>
                <a:lnTo>
                  <a:pt x="16035" y="9344"/>
                </a:lnTo>
                <a:lnTo>
                  <a:pt x="16157" y="9296"/>
                </a:lnTo>
                <a:lnTo>
                  <a:pt x="16279" y="9393"/>
                </a:lnTo>
                <a:lnTo>
                  <a:pt x="16376" y="9490"/>
                </a:lnTo>
                <a:lnTo>
                  <a:pt x="16425" y="9636"/>
                </a:lnTo>
                <a:lnTo>
                  <a:pt x="16473" y="9782"/>
                </a:lnTo>
                <a:lnTo>
                  <a:pt x="16473" y="9953"/>
                </a:lnTo>
                <a:lnTo>
                  <a:pt x="16449" y="10123"/>
                </a:lnTo>
                <a:lnTo>
                  <a:pt x="16376" y="10415"/>
                </a:lnTo>
                <a:lnTo>
                  <a:pt x="16303" y="10610"/>
                </a:lnTo>
                <a:lnTo>
                  <a:pt x="16206" y="10756"/>
                </a:lnTo>
                <a:lnTo>
                  <a:pt x="16084" y="10902"/>
                </a:lnTo>
                <a:lnTo>
                  <a:pt x="15938" y="11023"/>
                </a:lnTo>
                <a:lnTo>
                  <a:pt x="15743" y="11145"/>
                </a:lnTo>
                <a:lnTo>
                  <a:pt x="15670" y="11194"/>
                </a:lnTo>
                <a:lnTo>
                  <a:pt x="15622" y="11315"/>
                </a:lnTo>
                <a:lnTo>
                  <a:pt x="15622" y="11388"/>
                </a:lnTo>
                <a:lnTo>
                  <a:pt x="15646" y="11437"/>
                </a:lnTo>
                <a:lnTo>
                  <a:pt x="15670" y="11486"/>
                </a:lnTo>
                <a:lnTo>
                  <a:pt x="15719" y="11510"/>
                </a:lnTo>
                <a:lnTo>
                  <a:pt x="15792" y="11559"/>
                </a:lnTo>
                <a:lnTo>
                  <a:pt x="15889" y="11583"/>
                </a:lnTo>
                <a:lnTo>
                  <a:pt x="15962" y="11753"/>
                </a:lnTo>
                <a:lnTo>
                  <a:pt x="15987" y="11924"/>
                </a:lnTo>
                <a:lnTo>
                  <a:pt x="16011" y="12070"/>
                </a:lnTo>
                <a:lnTo>
                  <a:pt x="15987" y="12410"/>
                </a:lnTo>
                <a:lnTo>
                  <a:pt x="15962" y="12678"/>
                </a:lnTo>
                <a:lnTo>
                  <a:pt x="15914" y="12824"/>
                </a:lnTo>
                <a:lnTo>
                  <a:pt x="15865" y="12994"/>
                </a:lnTo>
                <a:lnTo>
                  <a:pt x="15792" y="13140"/>
                </a:lnTo>
                <a:lnTo>
                  <a:pt x="15719" y="13262"/>
                </a:lnTo>
                <a:lnTo>
                  <a:pt x="15622" y="13335"/>
                </a:lnTo>
                <a:lnTo>
                  <a:pt x="15549" y="13359"/>
                </a:lnTo>
                <a:lnTo>
                  <a:pt x="15500" y="13359"/>
                </a:lnTo>
                <a:lnTo>
                  <a:pt x="15403" y="13384"/>
                </a:lnTo>
                <a:lnTo>
                  <a:pt x="15330" y="13432"/>
                </a:lnTo>
                <a:lnTo>
                  <a:pt x="15281" y="13505"/>
                </a:lnTo>
                <a:lnTo>
                  <a:pt x="15257" y="13578"/>
                </a:lnTo>
                <a:lnTo>
                  <a:pt x="15257" y="13676"/>
                </a:lnTo>
                <a:lnTo>
                  <a:pt x="15281" y="13749"/>
                </a:lnTo>
                <a:lnTo>
                  <a:pt x="15354" y="13797"/>
                </a:lnTo>
                <a:lnTo>
                  <a:pt x="15427" y="13846"/>
                </a:lnTo>
                <a:lnTo>
                  <a:pt x="15524" y="13846"/>
                </a:lnTo>
                <a:lnTo>
                  <a:pt x="15573" y="14089"/>
                </a:lnTo>
                <a:lnTo>
                  <a:pt x="15622" y="14357"/>
                </a:lnTo>
                <a:lnTo>
                  <a:pt x="15622" y="14479"/>
                </a:lnTo>
                <a:lnTo>
                  <a:pt x="15622" y="14600"/>
                </a:lnTo>
                <a:lnTo>
                  <a:pt x="15597" y="14722"/>
                </a:lnTo>
                <a:lnTo>
                  <a:pt x="15549" y="14868"/>
                </a:lnTo>
                <a:lnTo>
                  <a:pt x="15476" y="14965"/>
                </a:lnTo>
                <a:lnTo>
                  <a:pt x="15403" y="15063"/>
                </a:lnTo>
                <a:lnTo>
                  <a:pt x="15305" y="15136"/>
                </a:lnTo>
                <a:lnTo>
                  <a:pt x="15208" y="15184"/>
                </a:lnTo>
                <a:lnTo>
                  <a:pt x="15208" y="15184"/>
                </a:lnTo>
                <a:lnTo>
                  <a:pt x="15257" y="14917"/>
                </a:lnTo>
                <a:lnTo>
                  <a:pt x="15330" y="14625"/>
                </a:lnTo>
                <a:lnTo>
                  <a:pt x="15330" y="14600"/>
                </a:lnTo>
                <a:lnTo>
                  <a:pt x="15330" y="14552"/>
                </a:lnTo>
                <a:lnTo>
                  <a:pt x="15281" y="14527"/>
                </a:lnTo>
                <a:lnTo>
                  <a:pt x="15208" y="14503"/>
                </a:lnTo>
                <a:lnTo>
                  <a:pt x="15184" y="14527"/>
                </a:lnTo>
                <a:lnTo>
                  <a:pt x="15159" y="14552"/>
                </a:lnTo>
                <a:lnTo>
                  <a:pt x="15013" y="14917"/>
                </a:lnTo>
                <a:lnTo>
                  <a:pt x="14965" y="15087"/>
                </a:lnTo>
                <a:lnTo>
                  <a:pt x="14965" y="15282"/>
                </a:lnTo>
                <a:lnTo>
                  <a:pt x="14648" y="15355"/>
                </a:lnTo>
                <a:lnTo>
                  <a:pt x="14721" y="15038"/>
                </a:lnTo>
                <a:lnTo>
                  <a:pt x="14819" y="14673"/>
                </a:lnTo>
                <a:lnTo>
                  <a:pt x="14867" y="14308"/>
                </a:lnTo>
                <a:lnTo>
                  <a:pt x="14867" y="14284"/>
                </a:lnTo>
                <a:lnTo>
                  <a:pt x="14843" y="14235"/>
                </a:lnTo>
                <a:lnTo>
                  <a:pt x="14794" y="14211"/>
                </a:lnTo>
                <a:lnTo>
                  <a:pt x="14721" y="14235"/>
                </a:lnTo>
                <a:lnTo>
                  <a:pt x="14673" y="14260"/>
                </a:lnTo>
                <a:lnTo>
                  <a:pt x="14673" y="14284"/>
                </a:lnTo>
                <a:lnTo>
                  <a:pt x="14551" y="14625"/>
                </a:lnTo>
                <a:lnTo>
                  <a:pt x="14454" y="14965"/>
                </a:lnTo>
                <a:lnTo>
                  <a:pt x="14356" y="15184"/>
                </a:lnTo>
                <a:lnTo>
                  <a:pt x="14332" y="15306"/>
                </a:lnTo>
                <a:lnTo>
                  <a:pt x="14332" y="15403"/>
                </a:lnTo>
                <a:lnTo>
                  <a:pt x="14064" y="15428"/>
                </a:lnTo>
                <a:lnTo>
                  <a:pt x="14064" y="15428"/>
                </a:lnTo>
                <a:lnTo>
                  <a:pt x="14089" y="15379"/>
                </a:lnTo>
                <a:lnTo>
                  <a:pt x="14089" y="15330"/>
                </a:lnTo>
                <a:lnTo>
                  <a:pt x="14113" y="15063"/>
                </a:lnTo>
                <a:lnTo>
                  <a:pt x="14162" y="14771"/>
                </a:lnTo>
                <a:lnTo>
                  <a:pt x="14235" y="14503"/>
                </a:lnTo>
                <a:lnTo>
                  <a:pt x="14356" y="14260"/>
                </a:lnTo>
                <a:lnTo>
                  <a:pt x="14356" y="14211"/>
                </a:lnTo>
                <a:lnTo>
                  <a:pt x="14332" y="14162"/>
                </a:lnTo>
                <a:lnTo>
                  <a:pt x="14283" y="14138"/>
                </a:lnTo>
                <a:lnTo>
                  <a:pt x="14235" y="14162"/>
                </a:lnTo>
                <a:lnTo>
                  <a:pt x="14064" y="14430"/>
                </a:lnTo>
                <a:lnTo>
                  <a:pt x="13918" y="14722"/>
                </a:lnTo>
                <a:lnTo>
                  <a:pt x="13845" y="14868"/>
                </a:lnTo>
                <a:lnTo>
                  <a:pt x="13821" y="15014"/>
                </a:lnTo>
                <a:lnTo>
                  <a:pt x="13797" y="15160"/>
                </a:lnTo>
                <a:lnTo>
                  <a:pt x="13797" y="15330"/>
                </a:lnTo>
                <a:lnTo>
                  <a:pt x="13821" y="15379"/>
                </a:lnTo>
                <a:lnTo>
                  <a:pt x="13845" y="15428"/>
                </a:lnTo>
                <a:lnTo>
                  <a:pt x="13383" y="15428"/>
                </a:lnTo>
                <a:lnTo>
                  <a:pt x="13432" y="15209"/>
                </a:lnTo>
                <a:lnTo>
                  <a:pt x="13456" y="14990"/>
                </a:lnTo>
                <a:lnTo>
                  <a:pt x="13505" y="14771"/>
                </a:lnTo>
                <a:lnTo>
                  <a:pt x="13578" y="14552"/>
                </a:lnTo>
                <a:lnTo>
                  <a:pt x="13748" y="14114"/>
                </a:lnTo>
                <a:lnTo>
                  <a:pt x="13748" y="14089"/>
                </a:lnTo>
                <a:lnTo>
                  <a:pt x="13748" y="14065"/>
                </a:lnTo>
                <a:lnTo>
                  <a:pt x="13699" y="14016"/>
                </a:lnTo>
                <a:lnTo>
                  <a:pt x="13651" y="14016"/>
                </a:lnTo>
                <a:lnTo>
                  <a:pt x="13602" y="14065"/>
                </a:lnTo>
                <a:lnTo>
                  <a:pt x="13456" y="14260"/>
                </a:lnTo>
                <a:lnTo>
                  <a:pt x="13334" y="14454"/>
                </a:lnTo>
                <a:lnTo>
                  <a:pt x="13237" y="14673"/>
                </a:lnTo>
                <a:lnTo>
                  <a:pt x="13140" y="14917"/>
                </a:lnTo>
                <a:lnTo>
                  <a:pt x="13067" y="15136"/>
                </a:lnTo>
                <a:lnTo>
                  <a:pt x="13042" y="15282"/>
                </a:lnTo>
                <a:lnTo>
                  <a:pt x="13042" y="15403"/>
                </a:lnTo>
                <a:lnTo>
                  <a:pt x="12556" y="15330"/>
                </a:lnTo>
                <a:lnTo>
                  <a:pt x="12604" y="15038"/>
                </a:lnTo>
                <a:lnTo>
                  <a:pt x="12677" y="14746"/>
                </a:lnTo>
                <a:lnTo>
                  <a:pt x="12775" y="14479"/>
                </a:lnTo>
                <a:lnTo>
                  <a:pt x="12921" y="14211"/>
                </a:lnTo>
                <a:lnTo>
                  <a:pt x="12921" y="14162"/>
                </a:lnTo>
                <a:lnTo>
                  <a:pt x="12896" y="14114"/>
                </a:lnTo>
                <a:lnTo>
                  <a:pt x="12799" y="14114"/>
                </a:lnTo>
                <a:lnTo>
                  <a:pt x="12702" y="14235"/>
                </a:lnTo>
                <a:lnTo>
                  <a:pt x="12604" y="14357"/>
                </a:lnTo>
                <a:lnTo>
                  <a:pt x="12507" y="14479"/>
                </a:lnTo>
                <a:lnTo>
                  <a:pt x="12410" y="14649"/>
                </a:lnTo>
                <a:lnTo>
                  <a:pt x="12337" y="14795"/>
                </a:lnTo>
                <a:lnTo>
                  <a:pt x="12288" y="14965"/>
                </a:lnTo>
                <a:lnTo>
                  <a:pt x="12239" y="15136"/>
                </a:lnTo>
                <a:lnTo>
                  <a:pt x="12239" y="15282"/>
                </a:lnTo>
                <a:lnTo>
                  <a:pt x="11801" y="15233"/>
                </a:lnTo>
                <a:lnTo>
                  <a:pt x="11753" y="15209"/>
                </a:lnTo>
                <a:lnTo>
                  <a:pt x="11874" y="14941"/>
                </a:lnTo>
                <a:lnTo>
                  <a:pt x="11947" y="14673"/>
                </a:lnTo>
                <a:lnTo>
                  <a:pt x="12118" y="14114"/>
                </a:lnTo>
                <a:lnTo>
                  <a:pt x="12118" y="14089"/>
                </a:lnTo>
                <a:lnTo>
                  <a:pt x="12118" y="14065"/>
                </a:lnTo>
                <a:lnTo>
                  <a:pt x="12093" y="14065"/>
                </a:lnTo>
                <a:lnTo>
                  <a:pt x="12069" y="14089"/>
                </a:lnTo>
                <a:lnTo>
                  <a:pt x="11874" y="14357"/>
                </a:lnTo>
                <a:lnTo>
                  <a:pt x="11680" y="14600"/>
                </a:lnTo>
                <a:lnTo>
                  <a:pt x="11509" y="14868"/>
                </a:lnTo>
                <a:lnTo>
                  <a:pt x="11363" y="15136"/>
                </a:lnTo>
                <a:lnTo>
                  <a:pt x="11363" y="15160"/>
                </a:lnTo>
                <a:lnTo>
                  <a:pt x="10974" y="15087"/>
                </a:lnTo>
                <a:lnTo>
                  <a:pt x="11096" y="14990"/>
                </a:lnTo>
                <a:lnTo>
                  <a:pt x="11169" y="14868"/>
                </a:lnTo>
                <a:lnTo>
                  <a:pt x="11290" y="14600"/>
                </a:lnTo>
                <a:lnTo>
                  <a:pt x="11655" y="13870"/>
                </a:lnTo>
                <a:lnTo>
                  <a:pt x="11680" y="13846"/>
                </a:lnTo>
                <a:lnTo>
                  <a:pt x="11680" y="13822"/>
                </a:lnTo>
                <a:lnTo>
                  <a:pt x="11631" y="13773"/>
                </a:lnTo>
                <a:lnTo>
                  <a:pt x="11558" y="13773"/>
                </a:lnTo>
                <a:lnTo>
                  <a:pt x="11534" y="13797"/>
                </a:lnTo>
                <a:lnTo>
                  <a:pt x="11144" y="14406"/>
                </a:lnTo>
                <a:lnTo>
                  <a:pt x="10974" y="14722"/>
                </a:lnTo>
                <a:lnTo>
                  <a:pt x="10901" y="14868"/>
                </a:lnTo>
                <a:lnTo>
                  <a:pt x="10877" y="14941"/>
                </a:lnTo>
                <a:lnTo>
                  <a:pt x="10877" y="15038"/>
                </a:lnTo>
                <a:lnTo>
                  <a:pt x="10901" y="15063"/>
                </a:lnTo>
                <a:lnTo>
                  <a:pt x="10341" y="14941"/>
                </a:lnTo>
                <a:lnTo>
                  <a:pt x="10487" y="14625"/>
                </a:lnTo>
                <a:lnTo>
                  <a:pt x="10633" y="14333"/>
                </a:lnTo>
                <a:lnTo>
                  <a:pt x="10804" y="14041"/>
                </a:lnTo>
                <a:lnTo>
                  <a:pt x="10998" y="13773"/>
                </a:lnTo>
                <a:lnTo>
                  <a:pt x="11023" y="13724"/>
                </a:lnTo>
                <a:lnTo>
                  <a:pt x="10998" y="13700"/>
                </a:lnTo>
                <a:lnTo>
                  <a:pt x="10950" y="13676"/>
                </a:lnTo>
                <a:lnTo>
                  <a:pt x="10901" y="13700"/>
                </a:lnTo>
                <a:lnTo>
                  <a:pt x="10658" y="13943"/>
                </a:lnTo>
                <a:lnTo>
                  <a:pt x="10414" y="14211"/>
                </a:lnTo>
                <a:lnTo>
                  <a:pt x="10317" y="14357"/>
                </a:lnTo>
                <a:lnTo>
                  <a:pt x="10220" y="14503"/>
                </a:lnTo>
                <a:lnTo>
                  <a:pt x="10147" y="14673"/>
                </a:lnTo>
                <a:lnTo>
                  <a:pt x="10098" y="14844"/>
                </a:lnTo>
                <a:lnTo>
                  <a:pt x="10098" y="14892"/>
                </a:lnTo>
                <a:lnTo>
                  <a:pt x="9709" y="14771"/>
                </a:lnTo>
                <a:lnTo>
                  <a:pt x="9757" y="14576"/>
                </a:lnTo>
                <a:lnTo>
                  <a:pt x="9830" y="14381"/>
                </a:lnTo>
                <a:lnTo>
                  <a:pt x="10001" y="13968"/>
                </a:lnTo>
                <a:lnTo>
                  <a:pt x="10147" y="13530"/>
                </a:lnTo>
                <a:lnTo>
                  <a:pt x="10147" y="13505"/>
                </a:lnTo>
                <a:lnTo>
                  <a:pt x="10122" y="13530"/>
                </a:lnTo>
                <a:lnTo>
                  <a:pt x="9879" y="13919"/>
                </a:lnTo>
                <a:lnTo>
                  <a:pt x="9636" y="14308"/>
                </a:lnTo>
                <a:lnTo>
                  <a:pt x="9539" y="14503"/>
                </a:lnTo>
                <a:lnTo>
                  <a:pt x="9466" y="14698"/>
                </a:lnTo>
                <a:lnTo>
                  <a:pt x="8906" y="14527"/>
                </a:lnTo>
                <a:lnTo>
                  <a:pt x="8979" y="14430"/>
                </a:lnTo>
                <a:lnTo>
                  <a:pt x="9028" y="14308"/>
                </a:lnTo>
                <a:lnTo>
                  <a:pt x="9149" y="14089"/>
                </a:lnTo>
                <a:lnTo>
                  <a:pt x="9344" y="13724"/>
                </a:lnTo>
                <a:lnTo>
                  <a:pt x="9417" y="13554"/>
                </a:lnTo>
                <a:lnTo>
                  <a:pt x="9490" y="13359"/>
                </a:lnTo>
                <a:lnTo>
                  <a:pt x="9490" y="13311"/>
                </a:lnTo>
                <a:lnTo>
                  <a:pt x="9441" y="13286"/>
                </a:lnTo>
                <a:lnTo>
                  <a:pt x="9393" y="13262"/>
                </a:lnTo>
                <a:lnTo>
                  <a:pt x="9368" y="13311"/>
                </a:lnTo>
                <a:lnTo>
                  <a:pt x="9247" y="13481"/>
                </a:lnTo>
                <a:lnTo>
                  <a:pt x="9149" y="13627"/>
                </a:lnTo>
                <a:lnTo>
                  <a:pt x="8906" y="13943"/>
                </a:lnTo>
                <a:lnTo>
                  <a:pt x="8736" y="14162"/>
                </a:lnTo>
                <a:lnTo>
                  <a:pt x="8663" y="14284"/>
                </a:lnTo>
                <a:lnTo>
                  <a:pt x="8638" y="14430"/>
                </a:lnTo>
                <a:lnTo>
                  <a:pt x="8419" y="14333"/>
                </a:lnTo>
                <a:lnTo>
                  <a:pt x="8492" y="14065"/>
                </a:lnTo>
                <a:lnTo>
                  <a:pt x="8541" y="13846"/>
                </a:lnTo>
                <a:lnTo>
                  <a:pt x="8711" y="13384"/>
                </a:lnTo>
                <a:lnTo>
                  <a:pt x="8833" y="13165"/>
                </a:lnTo>
                <a:lnTo>
                  <a:pt x="8955" y="12946"/>
                </a:lnTo>
                <a:lnTo>
                  <a:pt x="8955" y="12897"/>
                </a:lnTo>
                <a:lnTo>
                  <a:pt x="8930" y="12848"/>
                </a:lnTo>
                <a:lnTo>
                  <a:pt x="8882" y="12848"/>
                </a:lnTo>
                <a:lnTo>
                  <a:pt x="8833" y="12873"/>
                </a:lnTo>
                <a:lnTo>
                  <a:pt x="8687" y="13092"/>
                </a:lnTo>
                <a:lnTo>
                  <a:pt x="8565" y="13286"/>
                </a:lnTo>
                <a:lnTo>
                  <a:pt x="8444" y="13505"/>
                </a:lnTo>
                <a:lnTo>
                  <a:pt x="8322" y="13749"/>
                </a:lnTo>
                <a:lnTo>
                  <a:pt x="8225" y="13968"/>
                </a:lnTo>
                <a:lnTo>
                  <a:pt x="8176" y="14089"/>
                </a:lnTo>
                <a:lnTo>
                  <a:pt x="8152" y="14211"/>
                </a:lnTo>
                <a:lnTo>
                  <a:pt x="7762" y="14041"/>
                </a:lnTo>
                <a:lnTo>
                  <a:pt x="7908" y="13627"/>
                </a:lnTo>
                <a:lnTo>
                  <a:pt x="8103" y="13213"/>
                </a:lnTo>
                <a:lnTo>
                  <a:pt x="8322" y="12800"/>
                </a:lnTo>
                <a:lnTo>
                  <a:pt x="8322" y="12751"/>
                </a:lnTo>
                <a:lnTo>
                  <a:pt x="8298" y="12727"/>
                </a:lnTo>
                <a:lnTo>
                  <a:pt x="8249" y="12727"/>
                </a:lnTo>
                <a:lnTo>
                  <a:pt x="7908" y="13140"/>
                </a:lnTo>
                <a:lnTo>
                  <a:pt x="7762" y="13335"/>
                </a:lnTo>
                <a:lnTo>
                  <a:pt x="7616" y="13578"/>
                </a:lnTo>
                <a:lnTo>
                  <a:pt x="7543" y="13700"/>
                </a:lnTo>
                <a:lnTo>
                  <a:pt x="7470" y="13870"/>
                </a:lnTo>
                <a:lnTo>
                  <a:pt x="7130" y="13700"/>
                </a:lnTo>
                <a:lnTo>
                  <a:pt x="7154" y="13554"/>
                </a:lnTo>
                <a:lnTo>
                  <a:pt x="7178" y="13408"/>
                </a:lnTo>
                <a:lnTo>
                  <a:pt x="7300" y="13165"/>
                </a:lnTo>
                <a:lnTo>
                  <a:pt x="7495" y="12751"/>
                </a:lnTo>
                <a:lnTo>
                  <a:pt x="7689" y="12313"/>
                </a:lnTo>
                <a:lnTo>
                  <a:pt x="7689" y="12289"/>
                </a:lnTo>
                <a:lnTo>
                  <a:pt x="7665" y="12264"/>
                </a:lnTo>
                <a:lnTo>
                  <a:pt x="7641" y="12264"/>
                </a:lnTo>
                <a:lnTo>
                  <a:pt x="7616" y="12289"/>
                </a:lnTo>
                <a:lnTo>
                  <a:pt x="7397" y="12581"/>
                </a:lnTo>
                <a:lnTo>
                  <a:pt x="7178" y="12873"/>
                </a:lnTo>
                <a:lnTo>
                  <a:pt x="7081" y="13043"/>
                </a:lnTo>
                <a:lnTo>
                  <a:pt x="7008" y="13189"/>
                </a:lnTo>
                <a:lnTo>
                  <a:pt x="6935" y="13359"/>
                </a:lnTo>
                <a:lnTo>
                  <a:pt x="6886" y="13530"/>
                </a:lnTo>
                <a:lnTo>
                  <a:pt x="6570" y="13335"/>
                </a:lnTo>
                <a:lnTo>
                  <a:pt x="6692" y="13043"/>
                </a:lnTo>
                <a:lnTo>
                  <a:pt x="6813" y="12751"/>
                </a:lnTo>
                <a:lnTo>
                  <a:pt x="7105" y="12216"/>
                </a:lnTo>
                <a:lnTo>
                  <a:pt x="7130" y="12191"/>
                </a:lnTo>
                <a:lnTo>
                  <a:pt x="7105" y="12167"/>
                </a:lnTo>
                <a:lnTo>
                  <a:pt x="7057" y="12167"/>
                </a:lnTo>
                <a:lnTo>
                  <a:pt x="6838" y="12386"/>
                </a:lnTo>
                <a:lnTo>
                  <a:pt x="6619" y="12629"/>
                </a:lnTo>
                <a:lnTo>
                  <a:pt x="6448" y="12897"/>
                </a:lnTo>
                <a:lnTo>
                  <a:pt x="6327" y="13165"/>
                </a:lnTo>
                <a:lnTo>
                  <a:pt x="6254" y="13165"/>
                </a:lnTo>
                <a:lnTo>
                  <a:pt x="6181" y="13189"/>
                </a:lnTo>
                <a:lnTo>
                  <a:pt x="6132" y="13238"/>
                </a:lnTo>
                <a:lnTo>
                  <a:pt x="6083" y="13286"/>
                </a:lnTo>
                <a:lnTo>
                  <a:pt x="5937" y="13238"/>
                </a:lnTo>
                <a:lnTo>
                  <a:pt x="5791" y="13213"/>
                </a:lnTo>
                <a:lnTo>
                  <a:pt x="5816" y="13140"/>
                </a:lnTo>
                <a:lnTo>
                  <a:pt x="6059" y="12654"/>
                </a:lnTo>
                <a:lnTo>
                  <a:pt x="6254" y="12264"/>
                </a:lnTo>
                <a:lnTo>
                  <a:pt x="6351" y="12045"/>
                </a:lnTo>
                <a:lnTo>
                  <a:pt x="6424" y="11851"/>
                </a:lnTo>
                <a:lnTo>
                  <a:pt x="6424" y="11826"/>
                </a:lnTo>
                <a:lnTo>
                  <a:pt x="6400" y="11802"/>
                </a:lnTo>
                <a:lnTo>
                  <a:pt x="6375" y="11802"/>
                </a:lnTo>
                <a:lnTo>
                  <a:pt x="6351" y="11826"/>
                </a:lnTo>
                <a:lnTo>
                  <a:pt x="6108" y="12143"/>
                </a:lnTo>
                <a:lnTo>
                  <a:pt x="5864" y="12459"/>
                </a:lnTo>
                <a:lnTo>
                  <a:pt x="5743" y="12654"/>
                </a:lnTo>
                <a:lnTo>
                  <a:pt x="5621" y="12824"/>
                </a:lnTo>
                <a:lnTo>
                  <a:pt x="5548" y="13019"/>
                </a:lnTo>
                <a:lnTo>
                  <a:pt x="5475" y="13213"/>
                </a:lnTo>
                <a:lnTo>
                  <a:pt x="5451" y="13213"/>
                </a:lnTo>
                <a:lnTo>
                  <a:pt x="5183" y="13189"/>
                </a:lnTo>
                <a:lnTo>
                  <a:pt x="4891" y="13213"/>
                </a:lnTo>
                <a:lnTo>
                  <a:pt x="5037" y="12921"/>
                </a:lnTo>
                <a:lnTo>
                  <a:pt x="5353" y="12410"/>
                </a:lnTo>
                <a:lnTo>
                  <a:pt x="5451" y="12240"/>
                </a:lnTo>
                <a:lnTo>
                  <a:pt x="5524" y="12070"/>
                </a:lnTo>
                <a:lnTo>
                  <a:pt x="5548" y="11972"/>
                </a:lnTo>
                <a:lnTo>
                  <a:pt x="5548" y="11899"/>
                </a:lnTo>
                <a:lnTo>
                  <a:pt x="5524" y="11802"/>
                </a:lnTo>
                <a:lnTo>
                  <a:pt x="5475" y="11729"/>
                </a:lnTo>
                <a:lnTo>
                  <a:pt x="5451" y="11729"/>
                </a:lnTo>
                <a:lnTo>
                  <a:pt x="5451" y="11753"/>
                </a:lnTo>
                <a:lnTo>
                  <a:pt x="5426" y="11802"/>
                </a:lnTo>
                <a:lnTo>
                  <a:pt x="5378" y="11875"/>
                </a:lnTo>
                <a:lnTo>
                  <a:pt x="5280" y="11997"/>
                </a:lnTo>
                <a:lnTo>
                  <a:pt x="4988" y="12435"/>
                </a:lnTo>
                <a:lnTo>
                  <a:pt x="4745" y="12800"/>
                </a:lnTo>
                <a:lnTo>
                  <a:pt x="4623" y="13019"/>
                </a:lnTo>
                <a:lnTo>
                  <a:pt x="4599" y="13140"/>
                </a:lnTo>
                <a:lnTo>
                  <a:pt x="4599" y="13238"/>
                </a:lnTo>
                <a:lnTo>
                  <a:pt x="4599" y="13262"/>
                </a:lnTo>
                <a:lnTo>
                  <a:pt x="4575" y="13262"/>
                </a:lnTo>
                <a:lnTo>
                  <a:pt x="4550" y="11802"/>
                </a:lnTo>
                <a:lnTo>
                  <a:pt x="4550" y="10537"/>
                </a:lnTo>
                <a:lnTo>
                  <a:pt x="4526" y="9271"/>
                </a:lnTo>
                <a:lnTo>
                  <a:pt x="4477" y="8396"/>
                </a:lnTo>
                <a:lnTo>
                  <a:pt x="4477" y="7520"/>
                </a:lnTo>
                <a:lnTo>
                  <a:pt x="4453" y="7130"/>
                </a:lnTo>
                <a:lnTo>
                  <a:pt x="4453" y="6863"/>
                </a:lnTo>
                <a:lnTo>
                  <a:pt x="4453" y="6595"/>
                </a:lnTo>
                <a:lnTo>
                  <a:pt x="4648" y="6619"/>
                </a:lnTo>
                <a:lnTo>
                  <a:pt x="4818" y="6619"/>
                </a:lnTo>
                <a:lnTo>
                  <a:pt x="5183" y="6595"/>
                </a:lnTo>
                <a:lnTo>
                  <a:pt x="5791" y="6595"/>
                </a:lnTo>
                <a:lnTo>
                  <a:pt x="6010" y="6571"/>
                </a:lnTo>
                <a:lnTo>
                  <a:pt x="6108" y="6522"/>
                </a:lnTo>
                <a:lnTo>
                  <a:pt x="6156" y="6449"/>
                </a:lnTo>
                <a:lnTo>
                  <a:pt x="6546" y="6230"/>
                </a:lnTo>
                <a:lnTo>
                  <a:pt x="6935" y="5962"/>
                </a:lnTo>
                <a:lnTo>
                  <a:pt x="7300" y="5646"/>
                </a:lnTo>
                <a:lnTo>
                  <a:pt x="7665" y="5330"/>
                </a:lnTo>
                <a:lnTo>
                  <a:pt x="8006" y="4989"/>
                </a:lnTo>
                <a:lnTo>
                  <a:pt x="8322" y="4648"/>
                </a:lnTo>
                <a:lnTo>
                  <a:pt x="8930" y="3943"/>
                </a:lnTo>
                <a:lnTo>
                  <a:pt x="9003" y="3870"/>
                </a:lnTo>
                <a:lnTo>
                  <a:pt x="9003" y="3797"/>
                </a:lnTo>
                <a:lnTo>
                  <a:pt x="9003" y="3699"/>
                </a:lnTo>
                <a:lnTo>
                  <a:pt x="8979" y="3626"/>
                </a:lnTo>
                <a:lnTo>
                  <a:pt x="9125" y="3456"/>
                </a:lnTo>
                <a:lnTo>
                  <a:pt x="9247" y="3286"/>
                </a:lnTo>
                <a:lnTo>
                  <a:pt x="9514" y="2872"/>
                </a:lnTo>
                <a:lnTo>
                  <a:pt x="9709" y="2434"/>
                </a:lnTo>
                <a:lnTo>
                  <a:pt x="9855" y="2020"/>
                </a:lnTo>
                <a:lnTo>
                  <a:pt x="10074" y="1266"/>
                </a:lnTo>
                <a:lnTo>
                  <a:pt x="10195" y="877"/>
                </a:lnTo>
                <a:lnTo>
                  <a:pt x="10341" y="512"/>
                </a:lnTo>
                <a:lnTo>
                  <a:pt x="10341" y="488"/>
                </a:lnTo>
                <a:close/>
                <a:moveTo>
                  <a:pt x="10536" y="1"/>
                </a:moveTo>
                <a:lnTo>
                  <a:pt x="10366" y="25"/>
                </a:lnTo>
                <a:lnTo>
                  <a:pt x="10195" y="74"/>
                </a:lnTo>
                <a:lnTo>
                  <a:pt x="10049" y="171"/>
                </a:lnTo>
                <a:lnTo>
                  <a:pt x="10025" y="196"/>
                </a:lnTo>
                <a:lnTo>
                  <a:pt x="9952" y="244"/>
                </a:lnTo>
                <a:lnTo>
                  <a:pt x="9903" y="293"/>
                </a:lnTo>
                <a:lnTo>
                  <a:pt x="9782" y="415"/>
                </a:lnTo>
                <a:lnTo>
                  <a:pt x="9709" y="585"/>
                </a:lnTo>
                <a:lnTo>
                  <a:pt x="9636" y="780"/>
                </a:lnTo>
                <a:lnTo>
                  <a:pt x="9539" y="1169"/>
                </a:lnTo>
                <a:lnTo>
                  <a:pt x="9466" y="1509"/>
                </a:lnTo>
                <a:lnTo>
                  <a:pt x="9320" y="1972"/>
                </a:lnTo>
                <a:lnTo>
                  <a:pt x="9247" y="2215"/>
                </a:lnTo>
                <a:lnTo>
                  <a:pt x="9149" y="2458"/>
                </a:lnTo>
                <a:lnTo>
                  <a:pt x="9003" y="2726"/>
                </a:lnTo>
                <a:lnTo>
                  <a:pt x="8833" y="2994"/>
                </a:lnTo>
                <a:lnTo>
                  <a:pt x="8663" y="3286"/>
                </a:lnTo>
                <a:lnTo>
                  <a:pt x="8614" y="3407"/>
                </a:lnTo>
                <a:lnTo>
                  <a:pt x="8565" y="3578"/>
                </a:lnTo>
                <a:lnTo>
                  <a:pt x="7324" y="4867"/>
                </a:lnTo>
                <a:lnTo>
                  <a:pt x="6692" y="5500"/>
                </a:lnTo>
                <a:lnTo>
                  <a:pt x="6035" y="6108"/>
                </a:lnTo>
                <a:lnTo>
                  <a:pt x="5937" y="6084"/>
                </a:lnTo>
                <a:lnTo>
                  <a:pt x="5524" y="6084"/>
                </a:lnTo>
                <a:lnTo>
                  <a:pt x="5110" y="6133"/>
                </a:lnTo>
                <a:lnTo>
                  <a:pt x="4867" y="6133"/>
                </a:lnTo>
                <a:lnTo>
                  <a:pt x="4599" y="6157"/>
                </a:lnTo>
                <a:lnTo>
                  <a:pt x="4599" y="6157"/>
                </a:lnTo>
                <a:lnTo>
                  <a:pt x="4623" y="6133"/>
                </a:lnTo>
                <a:lnTo>
                  <a:pt x="4623" y="6084"/>
                </a:lnTo>
                <a:lnTo>
                  <a:pt x="4599" y="5987"/>
                </a:lnTo>
                <a:lnTo>
                  <a:pt x="4526" y="5914"/>
                </a:lnTo>
                <a:lnTo>
                  <a:pt x="4453" y="5889"/>
                </a:lnTo>
                <a:lnTo>
                  <a:pt x="4404" y="5816"/>
                </a:lnTo>
                <a:lnTo>
                  <a:pt x="4331" y="5768"/>
                </a:lnTo>
                <a:lnTo>
                  <a:pt x="4112" y="5670"/>
                </a:lnTo>
                <a:lnTo>
                  <a:pt x="3869" y="5622"/>
                </a:lnTo>
                <a:lnTo>
                  <a:pt x="3626" y="5597"/>
                </a:lnTo>
                <a:lnTo>
                  <a:pt x="2871" y="5597"/>
                </a:lnTo>
                <a:lnTo>
                  <a:pt x="2385" y="5646"/>
                </a:lnTo>
                <a:lnTo>
                  <a:pt x="2166" y="5646"/>
                </a:lnTo>
                <a:lnTo>
                  <a:pt x="1922" y="5622"/>
                </a:lnTo>
                <a:lnTo>
                  <a:pt x="1412" y="5597"/>
                </a:lnTo>
                <a:lnTo>
                  <a:pt x="1144" y="5597"/>
                </a:lnTo>
                <a:lnTo>
                  <a:pt x="901" y="5622"/>
                </a:lnTo>
                <a:lnTo>
                  <a:pt x="682" y="5670"/>
                </a:lnTo>
                <a:lnTo>
                  <a:pt x="463" y="5792"/>
                </a:lnTo>
                <a:lnTo>
                  <a:pt x="365" y="5792"/>
                </a:lnTo>
                <a:lnTo>
                  <a:pt x="317" y="5841"/>
                </a:lnTo>
                <a:lnTo>
                  <a:pt x="292" y="5889"/>
                </a:lnTo>
                <a:lnTo>
                  <a:pt x="244" y="6133"/>
                </a:lnTo>
                <a:lnTo>
                  <a:pt x="219" y="6400"/>
                </a:lnTo>
                <a:lnTo>
                  <a:pt x="219" y="6911"/>
                </a:lnTo>
                <a:lnTo>
                  <a:pt x="195" y="7422"/>
                </a:lnTo>
                <a:lnTo>
                  <a:pt x="171" y="7933"/>
                </a:lnTo>
                <a:lnTo>
                  <a:pt x="146" y="8493"/>
                </a:lnTo>
                <a:lnTo>
                  <a:pt x="146" y="9028"/>
                </a:lnTo>
                <a:lnTo>
                  <a:pt x="146" y="10123"/>
                </a:lnTo>
                <a:lnTo>
                  <a:pt x="171" y="10707"/>
                </a:lnTo>
                <a:lnTo>
                  <a:pt x="171" y="11267"/>
                </a:lnTo>
                <a:lnTo>
                  <a:pt x="122" y="12386"/>
                </a:lnTo>
                <a:lnTo>
                  <a:pt x="98" y="13530"/>
                </a:lnTo>
                <a:lnTo>
                  <a:pt x="98" y="14162"/>
                </a:lnTo>
                <a:lnTo>
                  <a:pt x="73" y="14479"/>
                </a:lnTo>
                <a:lnTo>
                  <a:pt x="25" y="14795"/>
                </a:lnTo>
                <a:lnTo>
                  <a:pt x="0" y="14868"/>
                </a:lnTo>
                <a:lnTo>
                  <a:pt x="25" y="14965"/>
                </a:lnTo>
                <a:lnTo>
                  <a:pt x="73" y="15014"/>
                </a:lnTo>
                <a:lnTo>
                  <a:pt x="122" y="15063"/>
                </a:lnTo>
                <a:lnTo>
                  <a:pt x="195" y="15087"/>
                </a:lnTo>
                <a:lnTo>
                  <a:pt x="268" y="15111"/>
                </a:lnTo>
                <a:lnTo>
                  <a:pt x="341" y="15087"/>
                </a:lnTo>
                <a:lnTo>
                  <a:pt x="414" y="15038"/>
                </a:lnTo>
                <a:lnTo>
                  <a:pt x="463" y="15087"/>
                </a:lnTo>
                <a:lnTo>
                  <a:pt x="536" y="15111"/>
                </a:lnTo>
                <a:lnTo>
                  <a:pt x="998" y="15136"/>
                </a:lnTo>
                <a:lnTo>
                  <a:pt x="1460" y="15136"/>
                </a:lnTo>
                <a:lnTo>
                  <a:pt x="1922" y="15111"/>
                </a:lnTo>
                <a:lnTo>
                  <a:pt x="2385" y="15087"/>
                </a:lnTo>
                <a:lnTo>
                  <a:pt x="2482" y="15087"/>
                </a:lnTo>
                <a:lnTo>
                  <a:pt x="3309" y="15014"/>
                </a:lnTo>
                <a:lnTo>
                  <a:pt x="3723" y="14990"/>
                </a:lnTo>
                <a:lnTo>
                  <a:pt x="4112" y="14965"/>
                </a:lnTo>
                <a:lnTo>
                  <a:pt x="4137" y="14965"/>
                </a:lnTo>
                <a:lnTo>
                  <a:pt x="4185" y="14990"/>
                </a:lnTo>
                <a:lnTo>
                  <a:pt x="4234" y="15014"/>
                </a:lnTo>
                <a:lnTo>
                  <a:pt x="4356" y="15014"/>
                </a:lnTo>
                <a:lnTo>
                  <a:pt x="4453" y="14941"/>
                </a:lnTo>
                <a:lnTo>
                  <a:pt x="4502" y="14917"/>
                </a:lnTo>
                <a:lnTo>
                  <a:pt x="4526" y="14868"/>
                </a:lnTo>
                <a:lnTo>
                  <a:pt x="4575" y="14746"/>
                </a:lnTo>
                <a:lnTo>
                  <a:pt x="4599" y="14600"/>
                </a:lnTo>
                <a:lnTo>
                  <a:pt x="4599" y="14333"/>
                </a:lnTo>
                <a:lnTo>
                  <a:pt x="4599" y="14065"/>
                </a:lnTo>
                <a:lnTo>
                  <a:pt x="4575" y="13797"/>
                </a:lnTo>
                <a:lnTo>
                  <a:pt x="4599" y="13773"/>
                </a:lnTo>
                <a:lnTo>
                  <a:pt x="5037" y="13724"/>
                </a:lnTo>
                <a:lnTo>
                  <a:pt x="5451" y="13676"/>
                </a:lnTo>
                <a:lnTo>
                  <a:pt x="5791" y="13700"/>
                </a:lnTo>
                <a:lnTo>
                  <a:pt x="5986" y="13676"/>
                </a:lnTo>
                <a:lnTo>
                  <a:pt x="6132" y="13627"/>
                </a:lnTo>
                <a:lnTo>
                  <a:pt x="6156" y="13651"/>
                </a:lnTo>
                <a:lnTo>
                  <a:pt x="6521" y="13895"/>
                </a:lnTo>
                <a:lnTo>
                  <a:pt x="6886" y="14138"/>
                </a:lnTo>
                <a:lnTo>
                  <a:pt x="7276" y="14357"/>
                </a:lnTo>
                <a:lnTo>
                  <a:pt x="7665" y="14552"/>
                </a:lnTo>
                <a:lnTo>
                  <a:pt x="8054" y="14722"/>
                </a:lnTo>
                <a:lnTo>
                  <a:pt x="8444" y="14892"/>
                </a:lnTo>
                <a:lnTo>
                  <a:pt x="8833" y="15038"/>
                </a:lnTo>
                <a:lnTo>
                  <a:pt x="9247" y="15160"/>
                </a:lnTo>
                <a:lnTo>
                  <a:pt x="10074" y="15403"/>
                </a:lnTo>
                <a:lnTo>
                  <a:pt x="10925" y="15574"/>
                </a:lnTo>
                <a:lnTo>
                  <a:pt x="11777" y="15695"/>
                </a:lnTo>
                <a:lnTo>
                  <a:pt x="12653" y="15817"/>
                </a:lnTo>
                <a:lnTo>
                  <a:pt x="13310" y="15866"/>
                </a:lnTo>
                <a:lnTo>
                  <a:pt x="13651" y="15890"/>
                </a:lnTo>
                <a:lnTo>
                  <a:pt x="14016" y="15866"/>
                </a:lnTo>
                <a:lnTo>
                  <a:pt x="14356" y="15866"/>
                </a:lnTo>
                <a:lnTo>
                  <a:pt x="14697" y="15793"/>
                </a:lnTo>
                <a:lnTo>
                  <a:pt x="15013" y="15720"/>
                </a:lnTo>
                <a:lnTo>
                  <a:pt x="15330" y="15598"/>
                </a:lnTo>
                <a:lnTo>
                  <a:pt x="15476" y="15525"/>
                </a:lnTo>
                <a:lnTo>
                  <a:pt x="15597" y="15452"/>
                </a:lnTo>
                <a:lnTo>
                  <a:pt x="15719" y="15355"/>
                </a:lnTo>
                <a:lnTo>
                  <a:pt x="15792" y="15257"/>
                </a:lnTo>
                <a:lnTo>
                  <a:pt x="15865" y="15160"/>
                </a:lnTo>
                <a:lnTo>
                  <a:pt x="15914" y="15038"/>
                </a:lnTo>
                <a:lnTo>
                  <a:pt x="15962" y="14941"/>
                </a:lnTo>
                <a:lnTo>
                  <a:pt x="15987" y="14819"/>
                </a:lnTo>
                <a:lnTo>
                  <a:pt x="16011" y="14552"/>
                </a:lnTo>
                <a:lnTo>
                  <a:pt x="15987" y="14284"/>
                </a:lnTo>
                <a:lnTo>
                  <a:pt x="15938" y="14016"/>
                </a:lnTo>
                <a:lnTo>
                  <a:pt x="15865" y="13749"/>
                </a:lnTo>
                <a:lnTo>
                  <a:pt x="15987" y="13651"/>
                </a:lnTo>
                <a:lnTo>
                  <a:pt x="16084" y="13530"/>
                </a:lnTo>
                <a:lnTo>
                  <a:pt x="16181" y="13408"/>
                </a:lnTo>
                <a:lnTo>
                  <a:pt x="16254" y="13262"/>
                </a:lnTo>
                <a:lnTo>
                  <a:pt x="16376" y="12946"/>
                </a:lnTo>
                <a:lnTo>
                  <a:pt x="16425" y="12654"/>
                </a:lnTo>
                <a:lnTo>
                  <a:pt x="16449" y="12410"/>
                </a:lnTo>
                <a:lnTo>
                  <a:pt x="16449" y="12070"/>
                </a:lnTo>
                <a:lnTo>
                  <a:pt x="16425" y="11875"/>
                </a:lnTo>
                <a:lnTo>
                  <a:pt x="16400" y="11680"/>
                </a:lnTo>
                <a:lnTo>
                  <a:pt x="16352" y="11534"/>
                </a:lnTo>
                <a:lnTo>
                  <a:pt x="16279" y="11388"/>
                </a:lnTo>
                <a:lnTo>
                  <a:pt x="16425" y="11267"/>
                </a:lnTo>
                <a:lnTo>
                  <a:pt x="16546" y="11096"/>
                </a:lnTo>
                <a:lnTo>
                  <a:pt x="16668" y="10926"/>
                </a:lnTo>
                <a:lnTo>
                  <a:pt x="16765" y="10756"/>
                </a:lnTo>
                <a:lnTo>
                  <a:pt x="16838" y="10561"/>
                </a:lnTo>
                <a:lnTo>
                  <a:pt x="16887" y="10342"/>
                </a:lnTo>
                <a:lnTo>
                  <a:pt x="16911" y="10147"/>
                </a:lnTo>
                <a:lnTo>
                  <a:pt x="16936" y="9953"/>
                </a:lnTo>
                <a:lnTo>
                  <a:pt x="16911" y="9758"/>
                </a:lnTo>
                <a:lnTo>
                  <a:pt x="16838" y="9515"/>
                </a:lnTo>
                <a:lnTo>
                  <a:pt x="16717" y="9271"/>
                </a:lnTo>
                <a:lnTo>
                  <a:pt x="16571" y="9053"/>
                </a:lnTo>
                <a:lnTo>
                  <a:pt x="16717" y="8931"/>
                </a:lnTo>
                <a:lnTo>
                  <a:pt x="16838" y="8785"/>
                </a:lnTo>
                <a:lnTo>
                  <a:pt x="16936" y="8615"/>
                </a:lnTo>
                <a:lnTo>
                  <a:pt x="17033" y="8444"/>
                </a:lnTo>
                <a:lnTo>
                  <a:pt x="17106" y="8274"/>
                </a:lnTo>
                <a:lnTo>
                  <a:pt x="17155" y="8079"/>
                </a:lnTo>
                <a:lnTo>
                  <a:pt x="17179" y="7885"/>
                </a:lnTo>
                <a:lnTo>
                  <a:pt x="17203" y="7690"/>
                </a:lnTo>
                <a:lnTo>
                  <a:pt x="17179" y="7447"/>
                </a:lnTo>
                <a:lnTo>
                  <a:pt x="17106" y="7252"/>
                </a:lnTo>
                <a:lnTo>
                  <a:pt x="17009" y="7057"/>
                </a:lnTo>
                <a:lnTo>
                  <a:pt x="16887" y="6887"/>
                </a:lnTo>
                <a:lnTo>
                  <a:pt x="16717" y="6741"/>
                </a:lnTo>
                <a:lnTo>
                  <a:pt x="16546" y="6619"/>
                </a:lnTo>
                <a:lnTo>
                  <a:pt x="16352" y="6498"/>
                </a:lnTo>
                <a:lnTo>
                  <a:pt x="16157" y="6400"/>
                </a:lnTo>
                <a:lnTo>
                  <a:pt x="15938" y="6303"/>
                </a:lnTo>
                <a:lnTo>
                  <a:pt x="15719" y="6206"/>
                </a:lnTo>
                <a:lnTo>
                  <a:pt x="15232" y="6084"/>
                </a:lnTo>
                <a:lnTo>
                  <a:pt x="14746" y="5987"/>
                </a:lnTo>
                <a:lnTo>
                  <a:pt x="14259" y="5938"/>
                </a:lnTo>
                <a:lnTo>
                  <a:pt x="13845" y="5889"/>
                </a:lnTo>
                <a:lnTo>
                  <a:pt x="13432" y="5865"/>
                </a:lnTo>
                <a:lnTo>
                  <a:pt x="12604" y="5841"/>
                </a:lnTo>
                <a:lnTo>
                  <a:pt x="11607" y="5841"/>
                </a:lnTo>
                <a:lnTo>
                  <a:pt x="11266" y="5865"/>
                </a:lnTo>
                <a:lnTo>
                  <a:pt x="11461" y="5354"/>
                </a:lnTo>
                <a:lnTo>
                  <a:pt x="11655" y="4843"/>
                </a:lnTo>
                <a:lnTo>
                  <a:pt x="11826" y="4308"/>
                </a:lnTo>
                <a:lnTo>
                  <a:pt x="11996" y="3797"/>
                </a:lnTo>
                <a:lnTo>
                  <a:pt x="12142" y="3261"/>
                </a:lnTo>
                <a:lnTo>
                  <a:pt x="12239" y="2726"/>
                </a:lnTo>
                <a:lnTo>
                  <a:pt x="12264" y="2458"/>
                </a:lnTo>
                <a:lnTo>
                  <a:pt x="12264" y="2191"/>
                </a:lnTo>
                <a:lnTo>
                  <a:pt x="12239" y="1899"/>
                </a:lnTo>
                <a:lnTo>
                  <a:pt x="12215" y="1631"/>
                </a:lnTo>
                <a:lnTo>
                  <a:pt x="12166" y="1412"/>
                </a:lnTo>
                <a:lnTo>
                  <a:pt x="12118" y="1217"/>
                </a:lnTo>
                <a:lnTo>
                  <a:pt x="12045" y="1023"/>
                </a:lnTo>
                <a:lnTo>
                  <a:pt x="11972" y="853"/>
                </a:lnTo>
                <a:lnTo>
                  <a:pt x="11850" y="682"/>
                </a:lnTo>
                <a:lnTo>
                  <a:pt x="11728" y="512"/>
                </a:lnTo>
                <a:lnTo>
                  <a:pt x="11582" y="366"/>
                </a:lnTo>
                <a:lnTo>
                  <a:pt x="11412" y="220"/>
                </a:lnTo>
                <a:lnTo>
                  <a:pt x="11266" y="147"/>
                </a:lnTo>
                <a:lnTo>
                  <a:pt x="11120" y="74"/>
                </a:lnTo>
                <a:lnTo>
                  <a:pt x="10925" y="25"/>
                </a:lnTo>
                <a:lnTo>
                  <a:pt x="10731" y="1"/>
                </a:ln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3C78D8"/>
              </a:solidFill>
            </a:endParaRPr>
          </a:p>
        </p:txBody>
      </p:sp>
      <p:sp>
        <p:nvSpPr>
          <p:cNvPr id="623" name="Google Shape;623;p22"/>
          <p:cNvSpPr txBox="1">
            <a:spLocks noGrp="1"/>
          </p:cNvSpPr>
          <p:nvPr>
            <p:ph type="sldNum" idx="12"/>
          </p:nvPr>
        </p:nvSpPr>
        <p:spPr>
          <a:xfrm>
            <a:off x="4297650" y="4853299"/>
            <a:ext cx="548700" cy="29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riar template">
  <a:themeElements>
    <a:clrScheme name="Custom 347">
      <a:dk1>
        <a:srgbClr val="3D4965"/>
      </a:dk1>
      <a:lt1>
        <a:srgbClr val="FFFFFF"/>
      </a:lt1>
      <a:dk2>
        <a:srgbClr val="1C4587"/>
      </a:dk2>
      <a:lt2>
        <a:srgbClr val="F3F3F3"/>
      </a:lt2>
      <a:accent1>
        <a:srgbClr val="3C78D8"/>
      </a:accent1>
      <a:accent2>
        <a:srgbClr val="89ABE6"/>
      </a:accent2>
      <a:accent3>
        <a:srgbClr val="8EA3C3"/>
      </a:accent3>
      <a:accent4>
        <a:srgbClr val="EFEFEF"/>
      </a:accent4>
      <a:accent5>
        <a:srgbClr val="D9D9D9"/>
      </a:accent5>
      <a:accent6>
        <a:srgbClr val="C9DAF8"/>
      </a:accent6>
      <a:hlink>
        <a:srgbClr val="3C78D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185</Words>
  <Application>Microsoft Macintosh PowerPoint</Application>
  <PresentationFormat>On-screen Show (16:9)</PresentationFormat>
  <Paragraphs>38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Sniglet</vt:lpstr>
      <vt:lpstr>Dosis</vt:lpstr>
      <vt:lpstr>Friar template</vt:lpstr>
      <vt:lpstr>Unlocking Airbnb Patrick Kim</vt:lpstr>
      <vt:lpstr>PowerPoint Presentation</vt:lpstr>
      <vt:lpstr>What are we trying to do here?  </vt:lpstr>
      <vt:lpstr>Understanding Your Market</vt:lpstr>
      <vt:lpstr>Understanding Your Market</vt:lpstr>
      <vt:lpstr>$129</vt:lpstr>
      <vt:lpstr>Influential Factors</vt:lpstr>
      <vt:lpstr>Sentiment Analysis</vt:lpstr>
      <vt:lpstr>Sentiment Analysis</vt:lpstr>
      <vt:lpstr>Sentiment Analysis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Unlocking Airbnb</dc:title>
  <cp:lastModifiedBy>Patrick Kim</cp:lastModifiedBy>
  <cp:revision>4</cp:revision>
  <dcterms:modified xsi:type="dcterms:W3CDTF">2019-10-03T20:53:00Z</dcterms:modified>
</cp:coreProperties>
</file>